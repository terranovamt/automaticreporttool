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60" r:id="rId5"/>
  </p:sldMasterIdLst>
  <p:notesMasterIdLst>
    <p:notesMasterId r:id="rId7"/>
  </p:notesMasterIdLst>
  <p:sldIdLst>
    <p:sldId id="29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7E"/>
    <a:srgbClr val="8C0078"/>
    <a:srgbClr val="04572F"/>
    <a:srgbClr val="EEEFF1"/>
    <a:srgbClr val="A6ADB5"/>
    <a:srgbClr val="8191A5"/>
    <a:srgbClr val="C0C8D2"/>
    <a:srgbClr val="525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2803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eo TERRANOVA" userId="c2e25939-63f9-4900-8a6a-71ee696bea42" providerId="ADAL" clId="{4EC8B0D2-3691-46CB-A0EA-80E3BA1E965D}"/>
    <pc:docChg chg="undo redo custSel addSld delSld modSld sldOrd addMainMaster modMainMaster modSection">
      <pc:chgData name="Matteo TERRANOVA" userId="c2e25939-63f9-4900-8a6a-71ee696bea42" providerId="ADAL" clId="{4EC8B0D2-3691-46CB-A0EA-80E3BA1E965D}" dt="2025-06-26T07:19:44.282" v="3304" actId="14826"/>
      <pc:docMkLst>
        <pc:docMk/>
      </pc:docMkLst>
      <pc:sldChg chg="addSp delSp modSp mod modTransition">
        <pc:chgData name="Matteo TERRANOVA" userId="c2e25939-63f9-4900-8a6a-71ee696bea42" providerId="ADAL" clId="{4EC8B0D2-3691-46CB-A0EA-80E3BA1E965D}" dt="2025-06-26T07:19:39.211" v="3303" actId="14826"/>
        <pc:sldMkLst>
          <pc:docMk/>
          <pc:sldMk cId="193982230" sldId="262"/>
        </pc:sldMkLst>
      </pc:sldChg>
      <pc:sldChg chg="del">
        <pc:chgData name="Matteo TERRANOVA" userId="c2e25939-63f9-4900-8a6a-71ee696bea42" providerId="ADAL" clId="{4EC8B0D2-3691-46CB-A0EA-80E3BA1E965D}" dt="2025-06-18T06:07:38.110" v="82" actId="47"/>
        <pc:sldMkLst>
          <pc:docMk/>
          <pc:sldMk cId="941287029" sldId="289"/>
        </pc:sldMkLst>
      </pc:sldChg>
      <pc:sldChg chg="del">
        <pc:chgData name="Matteo TERRANOVA" userId="c2e25939-63f9-4900-8a6a-71ee696bea42" providerId="ADAL" clId="{4EC8B0D2-3691-46CB-A0EA-80E3BA1E965D}" dt="2025-06-18T05:59:23.406" v="75" actId="2696"/>
        <pc:sldMkLst>
          <pc:docMk/>
          <pc:sldMk cId="1550064548" sldId="290"/>
        </pc:sldMkLst>
      </pc:sldChg>
      <pc:sldChg chg="del">
        <pc:chgData name="Matteo TERRANOVA" userId="c2e25939-63f9-4900-8a6a-71ee696bea42" providerId="ADAL" clId="{4EC8B0D2-3691-46CB-A0EA-80E3BA1E965D}" dt="2025-06-18T05:59:29.998" v="76" actId="2696"/>
        <pc:sldMkLst>
          <pc:docMk/>
          <pc:sldMk cId="2844948405" sldId="291"/>
        </pc:sldMkLst>
      </pc:sldChg>
      <pc:sldChg chg="add del">
        <pc:chgData name="Matteo TERRANOVA" userId="c2e25939-63f9-4900-8a6a-71ee696bea42" providerId="ADAL" clId="{4EC8B0D2-3691-46CB-A0EA-80E3BA1E965D}" dt="2025-06-18T06:07:35.980" v="81" actId="47"/>
        <pc:sldMkLst>
          <pc:docMk/>
          <pc:sldMk cId="936157694" sldId="293"/>
        </pc:sldMkLst>
      </pc:sldChg>
      <pc:sldChg chg="addSp delSp 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1600485259" sldId="294"/>
        </pc:sldMkLst>
        <pc:spChg chg="mod">
          <ac:chgData name="Matteo TERRANOVA" userId="c2e25939-63f9-4900-8a6a-71ee696bea42" providerId="ADAL" clId="{4EC8B0D2-3691-46CB-A0EA-80E3BA1E965D}" dt="2025-06-18T06:08:55.616" v="189" actId="20577"/>
          <ac:spMkLst>
            <pc:docMk/>
            <pc:sldMk cId="1600485259" sldId="294"/>
            <ac:spMk id="18" creationId="{04D1E459-DB0C-4A77-8BE8-55A450186139}"/>
          </ac:spMkLst>
        </pc:spChg>
        <pc:spChg chg="mod">
          <ac:chgData name="Matteo TERRANOVA" userId="c2e25939-63f9-4900-8a6a-71ee696bea42" providerId="ADAL" clId="{4EC8B0D2-3691-46CB-A0EA-80E3BA1E965D}" dt="2025-06-18T06:08:00.232" v="137" actId="20577"/>
          <ac:spMkLst>
            <pc:docMk/>
            <pc:sldMk cId="1600485259" sldId="294"/>
            <ac:spMk id="22" creationId="{AAE35B50-AA42-4D8B-BA4A-CCC93B1FF21F}"/>
          </ac:spMkLst>
        </pc:spChg>
        <pc:spChg chg="mod">
          <ac:chgData name="Matteo TERRANOVA" userId="c2e25939-63f9-4900-8a6a-71ee696bea42" providerId="ADAL" clId="{4EC8B0D2-3691-46CB-A0EA-80E3BA1E965D}" dt="2025-06-18T06:12:51.836" v="390" actId="20577"/>
          <ac:spMkLst>
            <pc:docMk/>
            <pc:sldMk cId="1600485259" sldId="294"/>
            <ac:spMk id="24" creationId="{8E808DD1-1C76-4F73-8333-CDDB90A34116}"/>
          </ac:spMkLst>
        </pc:spChg>
        <pc:spChg chg="mod">
          <ac:chgData name="Matteo TERRANOVA" userId="c2e25939-63f9-4900-8a6a-71ee696bea42" providerId="ADAL" clId="{4EC8B0D2-3691-46CB-A0EA-80E3BA1E965D}" dt="2025-06-18T06:21:00.346" v="432" actId="20577"/>
          <ac:spMkLst>
            <pc:docMk/>
            <pc:sldMk cId="1600485259" sldId="294"/>
            <ac:spMk id="39" creationId="{F82ACDFF-FA77-4185-82EE-22E9B6CA1DD3}"/>
          </ac:spMkLst>
        </pc:spChg>
        <pc:spChg chg="mod">
          <ac:chgData name="Matteo TERRANOVA" userId="c2e25939-63f9-4900-8a6a-71ee696bea42" providerId="ADAL" clId="{4EC8B0D2-3691-46CB-A0EA-80E3BA1E965D}" dt="2025-06-18T06:21:21.321" v="463" actId="1076"/>
          <ac:spMkLst>
            <pc:docMk/>
            <pc:sldMk cId="1600485259" sldId="294"/>
            <ac:spMk id="40" creationId="{93EA2898-4994-49C2-8836-6BB7C5D0DA38}"/>
          </ac:spMkLst>
        </pc:spChg>
        <pc:spChg chg="mod">
          <ac:chgData name="Matteo TERRANOVA" userId="c2e25939-63f9-4900-8a6a-71ee696bea42" providerId="ADAL" clId="{4EC8B0D2-3691-46CB-A0EA-80E3BA1E965D}" dt="2025-06-18T06:08:12.827" v="144" actId="20577"/>
          <ac:spMkLst>
            <pc:docMk/>
            <pc:sldMk cId="1600485259" sldId="294"/>
            <ac:spMk id="41" creationId="{F68375F9-A464-4311-8838-C3E6B9C77821}"/>
          </ac:spMkLst>
        </pc:spChg>
        <pc:spChg chg="mod">
          <ac:chgData name="Matteo TERRANOVA" userId="c2e25939-63f9-4900-8a6a-71ee696bea42" providerId="ADAL" clId="{4EC8B0D2-3691-46CB-A0EA-80E3BA1E965D}" dt="2025-06-18T06:08:42.466" v="184" actId="20577"/>
          <ac:spMkLst>
            <pc:docMk/>
            <pc:sldMk cId="1600485259" sldId="294"/>
            <ac:spMk id="42" creationId="{6F536D4F-1168-4A94-A578-1A68C08D8119}"/>
          </ac:spMkLst>
        </pc:spChg>
        <pc:spChg chg="mod">
          <ac:chgData name="Matteo TERRANOVA" userId="c2e25939-63f9-4900-8a6a-71ee696bea42" providerId="ADAL" clId="{4EC8B0D2-3691-46CB-A0EA-80E3BA1E965D}" dt="2025-06-18T06:08:19.351" v="149" actId="20577"/>
          <ac:spMkLst>
            <pc:docMk/>
            <pc:sldMk cId="1600485259" sldId="294"/>
            <ac:spMk id="43" creationId="{22FC7ECA-3149-42D7-8A82-95B6DE87C30D}"/>
          </ac:spMkLst>
        </pc:spChg>
        <pc:spChg chg="mod">
          <ac:chgData name="Matteo TERRANOVA" userId="c2e25939-63f9-4900-8a6a-71ee696bea42" providerId="ADAL" clId="{4EC8B0D2-3691-46CB-A0EA-80E3BA1E965D}" dt="2025-06-18T06:08:34.466" v="176" actId="313"/>
          <ac:spMkLst>
            <pc:docMk/>
            <pc:sldMk cId="1600485259" sldId="294"/>
            <ac:spMk id="45" creationId="{CF0E4C9D-98D3-47D8-BC22-73B18AB06F4F}"/>
          </ac:spMkLst>
        </pc:spChg>
        <pc:spChg chg="mod">
          <ac:chgData name="Matteo TERRANOVA" userId="c2e25939-63f9-4900-8a6a-71ee696bea42" providerId="ADAL" clId="{4EC8B0D2-3691-46CB-A0EA-80E3BA1E965D}" dt="2025-06-18T06:08:22.697" v="152" actId="20577"/>
          <ac:spMkLst>
            <pc:docMk/>
            <pc:sldMk cId="1600485259" sldId="294"/>
            <ac:spMk id="46" creationId="{8391BCB7-932B-4F78-9304-1BD0EC51A248}"/>
          </ac:spMkLst>
        </pc:spChg>
      </pc:sldChg>
      <pc:sldChg chg="addSp delSp modSp add mod modShow">
        <pc:chgData name="Matteo TERRANOVA" userId="c2e25939-63f9-4900-8a6a-71ee696bea42" providerId="ADAL" clId="{4EC8B0D2-3691-46CB-A0EA-80E3BA1E965D}" dt="2025-06-18T07:19:34.729" v="1253" actId="729"/>
        <pc:sldMkLst>
          <pc:docMk/>
          <pc:sldMk cId="806047654" sldId="295"/>
        </pc:sldMkLst>
      </pc:sldChg>
      <pc:sldChg chg="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467802130" sldId="296"/>
        </pc:sldMkLst>
      </pc:sldChg>
      <pc:sldChg chg="addSp delSp modSp add del mod">
        <pc:chgData name="Matteo TERRANOVA" userId="c2e25939-63f9-4900-8a6a-71ee696bea42" providerId="ADAL" clId="{4EC8B0D2-3691-46CB-A0EA-80E3BA1E965D}" dt="2025-06-18T10:17:58.927" v="2402" actId="47"/>
        <pc:sldMkLst>
          <pc:docMk/>
          <pc:sldMk cId="185715012" sldId="297"/>
        </pc:sldMkLst>
      </pc:sldChg>
      <pc:sldChg chg="add del">
        <pc:chgData name="Matteo TERRANOVA" userId="c2e25939-63f9-4900-8a6a-71ee696bea42" providerId="ADAL" clId="{4EC8B0D2-3691-46CB-A0EA-80E3BA1E965D}" dt="2025-06-18T10:17:59.825" v="2403" actId="47"/>
        <pc:sldMkLst>
          <pc:docMk/>
          <pc:sldMk cId="638297799" sldId="298"/>
        </pc:sldMkLst>
      </pc:sldChg>
      <pc:sldChg chg="addSp delSp 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2947044443" sldId="299"/>
        </pc:sldMkLst>
      </pc:sldChg>
      <pc:sldChg chg="addSp delSp 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3154973653" sldId="300"/>
        </pc:sldMkLst>
      </pc:sldChg>
      <pc:sldChg chg="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205459585" sldId="301"/>
        </pc:sldMkLst>
      </pc:sldChg>
      <pc:sldChg chg="modSp add del mod">
        <pc:chgData name="Matteo TERRANOVA" userId="c2e25939-63f9-4900-8a6a-71ee696bea42" providerId="ADAL" clId="{4EC8B0D2-3691-46CB-A0EA-80E3BA1E965D}" dt="2025-06-18T10:14:52.576" v="1659" actId="47"/>
        <pc:sldMkLst>
          <pc:docMk/>
          <pc:sldMk cId="269869489" sldId="301"/>
        </pc:sldMkLst>
      </pc:sldChg>
      <pc:sldChg chg="add del">
        <pc:chgData name="Matteo TERRANOVA" userId="c2e25939-63f9-4900-8a6a-71ee696bea42" providerId="ADAL" clId="{4EC8B0D2-3691-46CB-A0EA-80E3BA1E965D}" dt="2025-06-18T07:30:06.690" v="1500" actId="47"/>
        <pc:sldMkLst>
          <pc:docMk/>
          <pc:sldMk cId="2797203307" sldId="301"/>
        </pc:sldMkLst>
      </pc:sldChg>
      <pc:sldChg chg="add del">
        <pc:chgData name="Matteo TERRANOVA" userId="c2e25939-63f9-4900-8a6a-71ee696bea42" providerId="ADAL" clId="{4EC8B0D2-3691-46CB-A0EA-80E3BA1E965D}" dt="2025-06-18T10:15:37.869" v="1924" actId="47"/>
        <pc:sldMkLst>
          <pc:docMk/>
          <pc:sldMk cId="2557404533" sldId="302"/>
        </pc:sldMkLst>
      </pc:sldChg>
      <pc:sldChg chg="modSp add mod or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4085237907" sldId="302"/>
        </pc:sldMkLst>
      </pc:sldChg>
      <pc:sldChg chg="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602641015" sldId="303"/>
        </pc:sldMkLst>
      </pc:sldChg>
      <pc:sldChg chg="modSp add mod modTransition">
        <pc:chgData name="Matteo TERRANOVA" userId="c2e25939-63f9-4900-8a6a-71ee696bea42" providerId="ADAL" clId="{4EC8B0D2-3691-46CB-A0EA-80E3BA1E965D}" dt="2025-06-18T11:26:20.587" v="3255"/>
        <pc:sldMkLst>
          <pc:docMk/>
          <pc:sldMk cId="1782630564" sldId="304"/>
        </pc:sldMkLst>
      </pc:sldChg>
      <pc:sldChg chg="modSp mod">
        <pc:chgData name="Matteo TERRANOVA" userId="c2e25939-63f9-4900-8a6a-71ee696bea42" providerId="ADAL" clId="{4EC8B0D2-3691-46CB-A0EA-80E3BA1E965D}" dt="2025-06-26T07:19:44.282" v="3304" actId="14826"/>
        <pc:sldMkLst>
          <pc:docMk/>
          <pc:sldMk cId="2030142035" sldId="305"/>
        </pc:sldMkLst>
      </pc:sldChg>
      <pc:sldMasterChg chg="add addSldLayout">
        <pc:chgData name="Matteo TERRANOVA" userId="c2e25939-63f9-4900-8a6a-71ee696bea42" providerId="ADAL" clId="{4EC8B0D2-3691-46CB-A0EA-80E3BA1E965D}" dt="2025-06-18T06:05:55.529" v="77" actId="27028"/>
        <pc:sldMasterMkLst>
          <pc:docMk/>
          <pc:sldMasterMk cId="2525901858" sldId="2147483660"/>
        </pc:sldMasterMkLst>
        <pc:sldLayoutChg chg="add">
          <pc:chgData name="Matteo TERRANOVA" userId="c2e25939-63f9-4900-8a6a-71ee696bea42" providerId="ADAL" clId="{4EC8B0D2-3691-46CB-A0EA-80E3BA1E965D}" dt="2025-06-18T06:05:55.529" v="77" actId="27028"/>
          <pc:sldLayoutMkLst>
            <pc:docMk/>
            <pc:sldMasterMk cId="2525901858" sldId="2147483660"/>
            <pc:sldLayoutMk cId="2582221485" sldId="2147483669"/>
          </pc:sldLayoutMkLst>
        </pc:sldLayoutChg>
      </pc:sldMasterChg>
      <pc:sldMasterChg chg="replId modSldLayout">
        <pc:chgData name="Matteo TERRANOVA" userId="c2e25939-63f9-4900-8a6a-71ee696bea42" providerId="ADAL" clId="{4EC8B0D2-3691-46CB-A0EA-80E3BA1E965D}" dt="2025-06-18T06:05:55.529" v="77" actId="27028"/>
        <pc:sldMasterMkLst>
          <pc:docMk/>
          <pc:sldMasterMk cId="1712531357" sldId="2147483672"/>
        </pc:sldMasterMkLst>
        <pc:sldLayoutChg chg="replId">
          <pc:chgData name="Matteo TERRANOVA" userId="c2e25939-63f9-4900-8a6a-71ee696bea42" providerId="ADAL" clId="{4EC8B0D2-3691-46CB-A0EA-80E3BA1E965D}" dt="2025-06-18T06:05:55.529" v="77" actId="27028"/>
          <pc:sldLayoutMkLst>
            <pc:docMk/>
            <pc:sldMasterMk cId="1712531357" sldId="2147483672"/>
            <pc:sldLayoutMk cId="3661350551" sldId="2147483673"/>
          </pc:sldLayoutMkLst>
        </pc:sldLayoutChg>
      </pc:sldMasterChg>
    </pc:docChg>
  </pc:docChgLst>
  <pc:docChgLst>
    <pc:chgData name="Matteo TERRANOVA" userId="c2e25939-63f9-4900-8a6a-71ee696bea42" providerId="ADAL" clId="{26BDE3CC-7311-4E26-8F62-58FBDADC5EA8}"/>
    <pc:docChg chg="undo custSel delSld modSld modSection">
      <pc:chgData name="Matteo TERRANOVA" userId="c2e25939-63f9-4900-8a6a-71ee696bea42" providerId="ADAL" clId="{26BDE3CC-7311-4E26-8F62-58FBDADC5EA8}" dt="2025-07-09T07:55:13.507" v="717" actId="403"/>
      <pc:docMkLst>
        <pc:docMk/>
      </pc:docMkLst>
      <pc:sldChg chg="del">
        <pc:chgData name="Matteo TERRANOVA" userId="c2e25939-63f9-4900-8a6a-71ee696bea42" providerId="ADAL" clId="{26BDE3CC-7311-4E26-8F62-58FBDADC5EA8}" dt="2025-07-09T07:42:59.297" v="3" actId="47"/>
        <pc:sldMkLst>
          <pc:docMk/>
          <pc:sldMk cId="193982230" sldId="262"/>
        </pc:sldMkLst>
      </pc:sldChg>
      <pc:sldChg chg="del">
        <pc:chgData name="Matteo TERRANOVA" userId="c2e25939-63f9-4900-8a6a-71ee696bea42" providerId="ADAL" clId="{26BDE3CC-7311-4E26-8F62-58FBDADC5EA8}" dt="2025-07-09T07:42:55.962" v="2" actId="47"/>
        <pc:sldMkLst>
          <pc:docMk/>
          <pc:sldMk cId="3332923148" sldId="265"/>
        </pc:sldMkLst>
      </pc:sldChg>
      <pc:sldChg chg="del">
        <pc:chgData name="Matteo TERRANOVA" userId="c2e25939-63f9-4900-8a6a-71ee696bea42" providerId="ADAL" clId="{26BDE3CC-7311-4E26-8F62-58FBDADC5EA8}" dt="2025-07-09T07:42:54.960" v="1" actId="47"/>
        <pc:sldMkLst>
          <pc:docMk/>
          <pc:sldMk cId="1975237743" sldId="292"/>
        </pc:sldMkLst>
      </pc:sldChg>
      <pc:sldChg chg="addSp delSp modSp mod">
        <pc:chgData name="Matteo TERRANOVA" userId="c2e25939-63f9-4900-8a6a-71ee696bea42" providerId="ADAL" clId="{26BDE3CC-7311-4E26-8F62-58FBDADC5EA8}" dt="2025-07-09T07:55:13.507" v="717" actId="403"/>
        <pc:sldMkLst>
          <pc:docMk/>
          <pc:sldMk cId="1600485259" sldId="294"/>
        </pc:sldMkLst>
        <pc:spChg chg="del">
          <ac:chgData name="Matteo TERRANOVA" userId="c2e25939-63f9-4900-8a6a-71ee696bea42" providerId="ADAL" clId="{26BDE3CC-7311-4E26-8F62-58FBDADC5EA8}" dt="2025-07-09T07:43:38.611" v="18" actId="478"/>
          <ac:spMkLst>
            <pc:docMk/>
            <pc:sldMk cId="1600485259" sldId="294"/>
            <ac:spMk id="3" creationId="{1C8162BE-0323-444A-B615-3DED69F8F01F}"/>
          </ac:spMkLst>
        </pc:spChg>
        <pc:spChg chg="add del mod">
          <ac:chgData name="Matteo TERRANOVA" userId="c2e25939-63f9-4900-8a6a-71ee696bea42" providerId="ADAL" clId="{26BDE3CC-7311-4E26-8F62-58FBDADC5EA8}" dt="2025-07-09T07:43:43.839" v="19" actId="478"/>
          <ac:spMkLst>
            <pc:docMk/>
            <pc:sldMk cId="1600485259" sldId="294"/>
            <ac:spMk id="8" creationId="{C5CE8BAD-6356-3394-6133-C55117F0E007}"/>
          </ac:spMkLst>
        </pc:spChg>
        <pc:spChg chg="mod">
          <ac:chgData name="Matteo TERRANOVA" userId="c2e25939-63f9-4900-8a6a-71ee696bea42" providerId="ADAL" clId="{26BDE3CC-7311-4E26-8F62-58FBDADC5EA8}" dt="2025-07-09T07:44:09.332" v="48" actId="20577"/>
          <ac:spMkLst>
            <pc:docMk/>
            <pc:sldMk cId="1600485259" sldId="294"/>
            <ac:spMk id="18" creationId="{04D1E459-DB0C-4A77-8BE8-55A450186139}"/>
          </ac:spMkLst>
        </pc:spChg>
        <pc:spChg chg="mod">
          <ac:chgData name="Matteo TERRANOVA" userId="c2e25939-63f9-4900-8a6a-71ee696bea42" providerId="ADAL" clId="{26BDE3CC-7311-4E26-8F62-58FBDADC5EA8}" dt="2025-07-09T07:44:04.096" v="42" actId="20577"/>
          <ac:spMkLst>
            <pc:docMk/>
            <pc:sldMk cId="1600485259" sldId="294"/>
            <ac:spMk id="22" creationId="{AAE35B50-AA42-4D8B-BA4A-CCC93B1FF21F}"/>
          </ac:spMkLst>
        </pc:spChg>
        <pc:spChg chg="mod">
          <ac:chgData name="Matteo TERRANOVA" userId="c2e25939-63f9-4900-8a6a-71ee696bea42" providerId="ADAL" clId="{26BDE3CC-7311-4E26-8F62-58FBDADC5EA8}" dt="2025-07-09T07:54:49.420" v="715" actId="12"/>
          <ac:spMkLst>
            <pc:docMk/>
            <pc:sldMk cId="1600485259" sldId="294"/>
            <ac:spMk id="24" creationId="{8E808DD1-1C76-4F73-8333-CDDB90A34116}"/>
          </ac:spMkLst>
        </pc:spChg>
        <pc:spChg chg="mod">
          <ac:chgData name="Matteo TERRANOVA" userId="c2e25939-63f9-4900-8a6a-71ee696bea42" providerId="ADAL" clId="{26BDE3CC-7311-4E26-8F62-58FBDADC5EA8}" dt="2025-07-09T07:55:03.204" v="716" actId="12"/>
          <ac:spMkLst>
            <pc:docMk/>
            <pc:sldMk cId="1600485259" sldId="294"/>
            <ac:spMk id="39" creationId="{F82ACDFF-FA77-4185-82EE-22E9B6CA1DD3}"/>
          </ac:spMkLst>
        </pc:spChg>
        <pc:spChg chg="mod">
          <ac:chgData name="Matteo TERRANOVA" userId="c2e25939-63f9-4900-8a6a-71ee696bea42" providerId="ADAL" clId="{26BDE3CC-7311-4E26-8F62-58FBDADC5EA8}" dt="2025-07-09T07:55:13.507" v="717" actId="403"/>
          <ac:spMkLst>
            <pc:docMk/>
            <pc:sldMk cId="1600485259" sldId="294"/>
            <ac:spMk id="40" creationId="{93EA2898-4994-49C2-8836-6BB7C5D0DA38}"/>
          </ac:spMkLst>
        </pc:spChg>
        <pc:spChg chg="mod">
          <ac:chgData name="Matteo TERRANOVA" userId="c2e25939-63f9-4900-8a6a-71ee696bea42" providerId="ADAL" clId="{26BDE3CC-7311-4E26-8F62-58FBDADC5EA8}" dt="2025-07-09T07:44:13.605" v="49" actId="6549"/>
          <ac:spMkLst>
            <pc:docMk/>
            <pc:sldMk cId="1600485259" sldId="294"/>
            <ac:spMk id="41" creationId="{F68375F9-A464-4311-8838-C3E6B9C77821}"/>
          </ac:spMkLst>
        </pc:spChg>
        <pc:spChg chg="mod">
          <ac:chgData name="Matteo TERRANOVA" userId="c2e25939-63f9-4900-8a6a-71ee696bea42" providerId="ADAL" clId="{26BDE3CC-7311-4E26-8F62-58FBDADC5EA8}" dt="2025-07-09T07:53:19.758" v="705" actId="20577"/>
          <ac:spMkLst>
            <pc:docMk/>
            <pc:sldMk cId="1600485259" sldId="294"/>
            <ac:spMk id="42" creationId="{6F536D4F-1168-4A94-A578-1A68C08D8119}"/>
          </ac:spMkLst>
        </pc:spChg>
        <pc:spChg chg="mod">
          <ac:chgData name="Matteo TERRANOVA" userId="c2e25939-63f9-4900-8a6a-71ee696bea42" providerId="ADAL" clId="{26BDE3CC-7311-4E26-8F62-58FBDADC5EA8}" dt="2025-07-09T07:53:14.188" v="702" actId="6549"/>
          <ac:spMkLst>
            <pc:docMk/>
            <pc:sldMk cId="1600485259" sldId="294"/>
            <ac:spMk id="43" creationId="{22FC7ECA-3149-42D7-8A82-95B6DE87C30D}"/>
          </ac:spMkLst>
        </pc:spChg>
        <pc:spChg chg="mod">
          <ac:chgData name="Matteo TERRANOVA" userId="c2e25939-63f9-4900-8a6a-71ee696bea42" providerId="ADAL" clId="{26BDE3CC-7311-4E26-8F62-58FBDADC5EA8}" dt="2025-07-09T07:53:21.851" v="706" actId="20577"/>
          <ac:spMkLst>
            <pc:docMk/>
            <pc:sldMk cId="1600485259" sldId="294"/>
            <ac:spMk id="45" creationId="{CF0E4C9D-98D3-47D8-BC22-73B18AB06F4F}"/>
          </ac:spMkLst>
        </pc:spChg>
        <pc:spChg chg="mod">
          <ac:chgData name="Matteo TERRANOVA" userId="c2e25939-63f9-4900-8a6a-71ee696bea42" providerId="ADAL" clId="{26BDE3CC-7311-4E26-8F62-58FBDADC5EA8}" dt="2025-07-09T07:53:15.071" v="703" actId="6549"/>
          <ac:spMkLst>
            <pc:docMk/>
            <pc:sldMk cId="1600485259" sldId="294"/>
            <ac:spMk id="46" creationId="{8391BCB7-932B-4F78-9304-1BD0EC51A248}"/>
          </ac:spMkLst>
        </pc:spChg>
        <pc:grpChg chg="mod">
          <ac:chgData name="Matteo TERRANOVA" userId="c2e25939-63f9-4900-8a6a-71ee696bea42" providerId="ADAL" clId="{26BDE3CC-7311-4E26-8F62-58FBDADC5EA8}" dt="2025-07-09T07:53:38.243" v="711" actId="1076"/>
          <ac:grpSpMkLst>
            <pc:docMk/>
            <pc:sldMk cId="1600485259" sldId="294"/>
            <ac:grpSpMk id="5" creationId="{DAADE1E3-FA9D-4902-8ED1-15F60FEF4C51}"/>
          </ac:grpSpMkLst>
        </pc:grpChg>
        <pc:picChg chg="add mod modCrop">
          <ac:chgData name="Matteo TERRANOVA" userId="c2e25939-63f9-4900-8a6a-71ee696bea42" providerId="ADAL" clId="{26BDE3CC-7311-4E26-8F62-58FBDADC5EA8}" dt="2025-07-09T07:43:51.461" v="22" actId="1076"/>
          <ac:picMkLst>
            <pc:docMk/>
            <pc:sldMk cId="1600485259" sldId="294"/>
            <ac:picMk id="6" creationId="{0371CDB7-84D4-B232-E60D-314F3AFC5BB5}"/>
          </ac:picMkLst>
        </pc:picChg>
        <pc:picChg chg="add mod">
          <ac:chgData name="Matteo TERRANOVA" userId="c2e25939-63f9-4900-8a6a-71ee696bea42" providerId="ADAL" clId="{26BDE3CC-7311-4E26-8F62-58FBDADC5EA8}" dt="2025-07-09T07:45:11.919" v="54" actId="1076"/>
          <ac:picMkLst>
            <pc:docMk/>
            <pc:sldMk cId="1600485259" sldId="294"/>
            <ac:picMk id="10" creationId="{842D0236-FB38-E05F-46BB-81DBC0127E9D}"/>
          </ac:picMkLst>
        </pc:picChg>
        <pc:picChg chg="add mod">
          <ac:chgData name="Matteo TERRANOVA" userId="c2e25939-63f9-4900-8a6a-71ee696bea42" providerId="ADAL" clId="{26BDE3CC-7311-4E26-8F62-58FBDADC5EA8}" dt="2025-07-09T07:53:58.639" v="713" actId="14826"/>
          <ac:picMkLst>
            <pc:docMk/>
            <pc:sldMk cId="1600485259" sldId="294"/>
            <ac:picMk id="11" creationId="{67C634A4-3430-2B42-D573-7526E1C93A2B}"/>
          </ac:picMkLst>
        </pc:picChg>
        <pc:picChg chg="add mod">
          <ac:chgData name="Matteo TERRANOVA" userId="c2e25939-63f9-4900-8a6a-71ee696bea42" providerId="ADAL" clId="{26BDE3CC-7311-4E26-8F62-58FBDADC5EA8}" dt="2025-07-09T07:54:26.855" v="714" actId="14826"/>
          <ac:picMkLst>
            <pc:docMk/>
            <pc:sldMk cId="1600485259" sldId="294"/>
            <ac:picMk id="12" creationId="{DB77BA8E-0902-96AB-2DEC-DA8C0FEAA3B2}"/>
          </ac:picMkLst>
        </pc:picChg>
      </pc:sldChg>
      <pc:sldChg chg="del">
        <pc:chgData name="Matteo TERRANOVA" userId="c2e25939-63f9-4900-8a6a-71ee696bea42" providerId="ADAL" clId="{26BDE3CC-7311-4E26-8F62-58FBDADC5EA8}" dt="2025-07-09T07:42:54.960" v="1" actId="47"/>
        <pc:sldMkLst>
          <pc:docMk/>
          <pc:sldMk cId="806047654" sldId="295"/>
        </pc:sldMkLst>
      </pc:sldChg>
      <pc:sldChg chg="del">
        <pc:chgData name="Matteo TERRANOVA" userId="c2e25939-63f9-4900-8a6a-71ee696bea42" providerId="ADAL" clId="{26BDE3CC-7311-4E26-8F62-58FBDADC5EA8}" dt="2025-07-09T07:42:59.297" v="3" actId="47"/>
        <pc:sldMkLst>
          <pc:docMk/>
          <pc:sldMk cId="467802130" sldId="296"/>
        </pc:sldMkLst>
      </pc:sldChg>
      <pc:sldChg chg="del">
        <pc:chgData name="Matteo TERRANOVA" userId="c2e25939-63f9-4900-8a6a-71ee696bea42" providerId="ADAL" clId="{26BDE3CC-7311-4E26-8F62-58FBDADC5EA8}" dt="2025-07-09T07:42:59.297" v="3" actId="47"/>
        <pc:sldMkLst>
          <pc:docMk/>
          <pc:sldMk cId="2947044443" sldId="299"/>
        </pc:sldMkLst>
      </pc:sldChg>
      <pc:sldChg chg="del">
        <pc:chgData name="Matteo TERRANOVA" userId="c2e25939-63f9-4900-8a6a-71ee696bea42" providerId="ADAL" clId="{26BDE3CC-7311-4E26-8F62-58FBDADC5EA8}" dt="2025-07-09T07:42:54.960" v="1" actId="47"/>
        <pc:sldMkLst>
          <pc:docMk/>
          <pc:sldMk cId="3154973653" sldId="300"/>
        </pc:sldMkLst>
      </pc:sldChg>
      <pc:sldChg chg="del">
        <pc:chgData name="Matteo TERRANOVA" userId="c2e25939-63f9-4900-8a6a-71ee696bea42" providerId="ADAL" clId="{26BDE3CC-7311-4E26-8F62-58FBDADC5EA8}" dt="2025-07-09T07:42:59.297" v="3" actId="47"/>
        <pc:sldMkLst>
          <pc:docMk/>
          <pc:sldMk cId="205459585" sldId="301"/>
        </pc:sldMkLst>
      </pc:sldChg>
      <pc:sldChg chg="del">
        <pc:chgData name="Matteo TERRANOVA" userId="c2e25939-63f9-4900-8a6a-71ee696bea42" providerId="ADAL" clId="{26BDE3CC-7311-4E26-8F62-58FBDADC5EA8}" dt="2025-07-09T07:42:59.297" v="3" actId="47"/>
        <pc:sldMkLst>
          <pc:docMk/>
          <pc:sldMk cId="4085237907" sldId="302"/>
        </pc:sldMkLst>
      </pc:sldChg>
      <pc:sldChg chg="del">
        <pc:chgData name="Matteo TERRANOVA" userId="c2e25939-63f9-4900-8a6a-71ee696bea42" providerId="ADAL" clId="{26BDE3CC-7311-4E26-8F62-58FBDADC5EA8}" dt="2025-07-09T07:42:59.297" v="3" actId="47"/>
        <pc:sldMkLst>
          <pc:docMk/>
          <pc:sldMk cId="602641015" sldId="303"/>
        </pc:sldMkLst>
      </pc:sldChg>
      <pc:sldChg chg="del">
        <pc:chgData name="Matteo TERRANOVA" userId="c2e25939-63f9-4900-8a6a-71ee696bea42" providerId="ADAL" clId="{26BDE3CC-7311-4E26-8F62-58FBDADC5EA8}" dt="2025-07-09T07:42:59.297" v="3" actId="47"/>
        <pc:sldMkLst>
          <pc:docMk/>
          <pc:sldMk cId="1782630564" sldId="304"/>
        </pc:sldMkLst>
      </pc:sldChg>
      <pc:sldChg chg="del">
        <pc:chgData name="Matteo TERRANOVA" userId="c2e25939-63f9-4900-8a6a-71ee696bea42" providerId="ADAL" clId="{26BDE3CC-7311-4E26-8F62-58FBDADC5EA8}" dt="2025-07-09T07:42:59.297" v="3" actId="47"/>
        <pc:sldMkLst>
          <pc:docMk/>
          <pc:sldMk cId="2030142035" sldId="305"/>
        </pc:sldMkLst>
      </pc:sldChg>
      <pc:sldMasterChg chg="delSldLayout">
        <pc:chgData name="Matteo TERRANOVA" userId="c2e25939-63f9-4900-8a6a-71ee696bea42" providerId="ADAL" clId="{26BDE3CC-7311-4E26-8F62-58FBDADC5EA8}" dt="2025-07-09T07:42:59.297" v="3" actId="47"/>
        <pc:sldMasterMkLst>
          <pc:docMk/>
          <pc:sldMasterMk cId="1712531357" sldId="2147483672"/>
        </pc:sldMasterMkLst>
        <pc:sldLayoutChg chg="del">
          <pc:chgData name="Matteo TERRANOVA" userId="c2e25939-63f9-4900-8a6a-71ee696bea42" providerId="ADAL" clId="{26BDE3CC-7311-4E26-8F62-58FBDADC5EA8}" dt="2025-07-09T07:42:59.297" v="3" actId="47"/>
          <pc:sldLayoutMkLst>
            <pc:docMk/>
            <pc:sldMasterMk cId="1712531357" sldId="2147483672"/>
            <pc:sldLayoutMk cId="361179049" sldId="21474836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40946-B3FE-4062-9BAE-4125F5E6CB49}" type="slidenum">
              <a:rPr lang="en-US" sz="1600" smtClean="0"/>
              <a:t>1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046486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FCA85-453B-4FFE-8A86-09726E56F609}" type="datetime5">
              <a:rPr lang="en-US" smtClean="0"/>
              <a:t>9-Jul-25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221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C1FBDD-34C4-FCD0-F692-E87DFC2033B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06163" y="6611620"/>
            <a:ext cx="9652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 Restricted</a:t>
            </a:r>
          </a:p>
        </p:txBody>
      </p:sp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73" r:id="rId7"/>
    <p:sldLayoutId id="2147483671" r:id="rId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olorPatch">
            <a:extLst>
              <a:ext uri="{FF2B5EF4-FFF2-40B4-BE49-F238E27FC236}">
                <a16:creationId xmlns:a16="http://schemas.microsoft.com/office/drawing/2014/main" id="{65F4699E-59A4-43A4-9A5C-D8BFD4B1E6D9}"/>
              </a:ext>
            </a:extLst>
          </p:cNvPr>
          <p:cNvSpPr/>
          <p:nvPr/>
        </p:nvSpPr>
        <p:spPr>
          <a:xfrm>
            <a:off x="-685800" y="5486400"/>
            <a:ext cx="317500" cy="317500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40" name="ColorPatch">
            <a:extLst>
              <a:ext uri="{FF2B5EF4-FFF2-40B4-BE49-F238E27FC236}">
                <a16:creationId xmlns:a16="http://schemas.microsoft.com/office/drawing/2014/main" id="{1B167F27-4BE8-4B9C-A3D6-12AB9D6515A0}"/>
              </a:ext>
            </a:extLst>
          </p:cNvPr>
          <p:cNvSpPr/>
          <p:nvPr/>
        </p:nvSpPr>
        <p:spPr>
          <a:xfrm>
            <a:off x="-685800" y="5143500"/>
            <a:ext cx="317500" cy="317500"/>
          </a:xfrm>
          <a:prstGeom prst="rect">
            <a:avLst/>
          </a:prstGeom>
          <a:solidFill>
            <a:srgbClr val="D1D1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9" name="ColorPatch">
            <a:extLst>
              <a:ext uri="{FF2B5EF4-FFF2-40B4-BE49-F238E27FC236}">
                <a16:creationId xmlns:a16="http://schemas.microsoft.com/office/drawing/2014/main" id="{62C30C2F-9D3D-402B-9C93-7BB3D257A941}"/>
              </a:ext>
            </a:extLst>
          </p:cNvPr>
          <p:cNvSpPr/>
          <p:nvPr/>
        </p:nvSpPr>
        <p:spPr>
          <a:xfrm>
            <a:off x="-685800" y="4800600"/>
            <a:ext cx="317500" cy="317500"/>
          </a:xfrm>
          <a:prstGeom prst="rect">
            <a:avLst/>
          </a:prstGeom>
          <a:solidFill>
            <a:srgbClr val="A2A2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8" name="ColorPatch">
            <a:extLst>
              <a:ext uri="{FF2B5EF4-FFF2-40B4-BE49-F238E27FC236}">
                <a16:creationId xmlns:a16="http://schemas.microsoft.com/office/drawing/2014/main" id="{D6517BE0-9063-4916-BC84-EDE406E9CDE4}"/>
              </a:ext>
            </a:extLst>
          </p:cNvPr>
          <p:cNvSpPr/>
          <p:nvPr/>
        </p:nvSpPr>
        <p:spPr>
          <a:xfrm>
            <a:off x="-685800" y="4457700"/>
            <a:ext cx="317500" cy="317500"/>
          </a:xfrm>
          <a:prstGeom prst="rect">
            <a:avLst/>
          </a:prstGeom>
          <a:solidFill>
            <a:srgbClr val="7474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7" name="ColorPatch">
            <a:extLst>
              <a:ext uri="{FF2B5EF4-FFF2-40B4-BE49-F238E27FC236}">
                <a16:creationId xmlns:a16="http://schemas.microsoft.com/office/drawing/2014/main" id="{B5249DC3-A9A0-4038-AEE9-AEBFB5D0089D}"/>
              </a:ext>
            </a:extLst>
          </p:cNvPr>
          <p:cNvSpPr/>
          <p:nvPr/>
        </p:nvSpPr>
        <p:spPr>
          <a:xfrm>
            <a:off x="-685800" y="4114800"/>
            <a:ext cx="317500" cy="317500"/>
          </a:xfrm>
          <a:prstGeom prst="rect">
            <a:avLst/>
          </a:prstGeom>
          <a:solidFill>
            <a:srgbClr val="464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6" name="ColorPatch">
            <a:extLst>
              <a:ext uri="{FF2B5EF4-FFF2-40B4-BE49-F238E27FC236}">
                <a16:creationId xmlns:a16="http://schemas.microsoft.com/office/drawing/2014/main" id="{18A6D389-12F3-4EC1-8CC2-242EFF07CB1C}"/>
              </a:ext>
            </a:extLst>
          </p:cNvPr>
          <p:cNvSpPr/>
          <p:nvPr/>
        </p:nvSpPr>
        <p:spPr>
          <a:xfrm>
            <a:off x="-685800" y="3771900"/>
            <a:ext cx="317500" cy="317500"/>
          </a:xfrm>
          <a:prstGeom prst="rect">
            <a:avLst/>
          </a:prstGeom>
          <a:solidFill>
            <a:srgbClr val="E2BF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5" name="ColorPatch">
            <a:extLst>
              <a:ext uri="{FF2B5EF4-FFF2-40B4-BE49-F238E27FC236}">
                <a16:creationId xmlns:a16="http://schemas.microsoft.com/office/drawing/2014/main" id="{2ADD0FF6-E42B-4A48-AA80-7BFCC31B080A}"/>
              </a:ext>
            </a:extLst>
          </p:cNvPr>
          <p:cNvSpPr/>
          <p:nvPr/>
        </p:nvSpPr>
        <p:spPr>
          <a:xfrm>
            <a:off x="-685800" y="3429000"/>
            <a:ext cx="317500" cy="317500"/>
          </a:xfrm>
          <a:prstGeom prst="rect">
            <a:avLst/>
          </a:prstGeom>
          <a:solidFill>
            <a:srgbClr val="C57F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4" name="ColorPatch">
            <a:extLst>
              <a:ext uri="{FF2B5EF4-FFF2-40B4-BE49-F238E27FC236}">
                <a16:creationId xmlns:a16="http://schemas.microsoft.com/office/drawing/2014/main" id="{B669360D-4B82-4260-88C6-0543CF560378}"/>
              </a:ext>
            </a:extLst>
          </p:cNvPr>
          <p:cNvSpPr/>
          <p:nvPr/>
        </p:nvSpPr>
        <p:spPr>
          <a:xfrm>
            <a:off x="-685800" y="3086100"/>
            <a:ext cx="317500" cy="317500"/>
          </a:xfrm>
          <a:prstGeom prst="rect">
            <a:avLst/>
          </a:prstGeom>
          <a:solidFill>
            <a:srgbClr val="A94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3" name="ColorPatch">
            <a:extLst>
              <a:ext uri="{FF2B5EF4-FFF2-40B4-BE49-F238E27FC236}">
                <a16:creationId xmlns:a16="http://schemas.microsoft.com/office/drawing/2014/main" id="{B042156B-6D14-4769-85DE-0BC6133DC1EA}"/>
              </a:ext>
            </a:extLst>
          </p:cNvPr>
          <p:cNvSpPr/>
          <p:nvPr/>
        </p:nvSpPr>
        <p:spPr>
          <a:xfrm>
            <a:off x="-685800" y="2743200"/>
            <a:ext cx="317500" cy="317500"/>
          </a:xfrm>
          <a:prstGeom prst="rect">
            <a:avLst/>
          </a:prstGeom>
          <a:solidFill>
            <a:srgbClr val="8C0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2" name="ColorPatch">
            <a:extLst>
              <a:ext uri="{FF2B5EF4-FFF2-40B4-BE49-F238E27FC236}">
                <a16:creationId xmlns:a16="http://schemas.microsoft.com/office/drawing/2014/main" id="{0A8AEA2A-477D-451D-A82D-F30F8990A07D}"/>
              </a:ext>
            </a:extLst>
          </p:cNvPr>
          <p:cNvSpPr/>
          <p:nvPr/>
        </p:nvSpPr>
        <p:spPr>
          <a:xfrm>
            <a:off x="-685800" y="2400300"/>
            <a:ext cx="317500" cy="317500"/>
          </a:xfrm>
          <a:prstGeom prst="rect">
            <a:avLst/>
          </a:prstGeom>
          <a:solidFill>
            <a:srgbClr val="C0D5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1" name="ColorPatch">
            <a:extLst>
              <a:ext uri="{FF2B5EF4-FFF2-40B4-BE49-F238E27FC236}">
                <a16:creationId xmlns:a16="http://schemas.microsoft.com/office/drawing/2014/main" id="{8CE1DB46-E195-40AF-8BEB-3E6873A1B2FA}"/>
              </a:ext>
            </a:extLst>
          </p:cNvPr>
          <p:cNvSpPr/>
          <p:nvPr/>
        </p:nvSpPr>
        <p:spPr>
          <a:xfrm>
            <a:off x="-685800" y="2057400"/>
            <a:ext cx="317500" cy="317500"/>
          </a:xfrm>
          <a:prstGeom prst="rect">
            <a:avLst/>
          </a:prstGeom>
          <a:solidFill>
            <a:srgbClr val="81AB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30" name="ColorPatch">
            <a:extLst>
              <a:ext uri="{FF2B5EF4-FFF2-40B4-BE49-F238E27FC236}">
                <a16:creationId xmlns:a16="http://schemas.microsoft.com/office/drawing/2014/main" id="{E0F1957D-72C6-4D6C-9201-6AA28AA6C57D}"/>
              </a:ext>
            </a:extLst>
          </p:cNvPr>
          <p:cNvSpPr/>
          <p:nvPr/>
        </p:nvSpPr>
        <p:spPr>
          <a:xfrm>
            <a:off x="-685800" y="1714500"/>
            <a:ext cx="317500" cy="317500"/>
          </a:xfrm>
          <a:prstGeom prst="rect">
            <a:avLst/>
          </a:prstGeom>
          <a:solidFill>
            <a:srgbClr val="438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9" name="ColorPatch">
            <a:extLst>
              <a:ext uri="{FF2B5EF4-FFF2-40B4-BE49-F238E27FC236}">
                <a16:creationId xmlns:a16="http://schemas.microsoft.com/office/drawing/2014/main" id="{F00834CE-7B51-4FC1-989D-97A947599379}"/>
              </a:ext>
            </a:extLst>
          </p:cNvPr>
          <p:cNvSpPr/>
          <p:nvPr/>
        </p:nvSpPr>
        <p:spPr>
          <a:xfrm>
            <a:off x="-685800" y="1371600"/>
            <a:ext cx="317500" cy="317500"/>
          </a:xfrm>
          <a:prstGeom prst="rect">
            <a:avLst/>
          </a:prstGeom>
          <a:solidFill>
            <a:srgbClr val="0457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8" name="ColorPatch">
            <a:extLst>
              <a:ext uri="{FF2B5EF4-FFF2-40B4-BE49-F238E27FC236}">
                <a16:creationId xmlns:a16="http://schemas.microsoft.com/office/drawing/2014/main" id="{AB72B3FD-EF38-4401-99A2-12BA97E1031C}"/>
              </a:ext>
            </a:extLst>
          </p:cNvPr>
          <p:cNvSpPr/>
          <p:nvPr/>
        </p:nvSpPr>
        <p:spPr>
          <a:xfrm>
            <a:off x="-685800" y="1028700"/>
            <a:ext cx="317500" cy="317500"/>
          </a:xfrm>
          <a:prstGeom prst="rect">
            <a:avLst/>
          </a:prstGeom>
          <a:solidFill>
            <a:srgbClr val="D1E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7" name="ColorPatch">
            <a:extLst>
              <a:ext uri="{FF2B5EF4-FFF2-40B4-BE49-F238E27FC236}">
                <a16:creationId xmlns:a16="http://schemas.microsoft.com/office/drawing/2014/main" id="{DB636BCE-D7BA-42A6-B589-71540B9DC5AD}"/>
              </a:ext>
            </a:extLst>
          </p:cNvPr>
          <p:cNvSpPr/>
          <p:nvPr/>
        </p:nvSpPr>
        <p:spPr>
          <a:xfrm>
            <a:off x="-685800" y="685800"/>
            <a:ext cx="317500" cy="317500"/>
          </a:xfrm>
          <a:prstGeom prst="rect">
            <a:avLst/>
          </a:prstGeom>
          <a:solidFill>
            <a:srgbClr val="A4D8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6" name="ColorPatch">
            <a:extLst>
              <a:ext uri="{FF2B5EF4-FFF2-40B4-BE49-F238E27FC236}">
                <a16:creationId xmlns:a16="http://schemas.microsoft.com/office/drawing/2014/main" id="{9D1EA9E9-05C1-4D17-8CE5-6492F824502A}"/>
              </a:ext>
            </a:extLst>
          </p:cNvPr>
          <p:cNvSpPr/>
          <p:nvPr/>
        </p:nvSpPr>
        <p:spPr>
          <a:xfrm>
            <a:off x="-685800" y="342900"/>
            <a:ext cx="317500" cy="317500"/>
          </a:xfrm>
          <a:prstGeom prst="rect">
            <a:avLst/>
          </a:prstGeom>
          <a:solidFill>
            <a:srgbClr val="77C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5" name="ColorPatch">
            <a:extLst>
              <a:ext uri="{FF2B5EF4-FFF2-40B4-BE49-F238E27FC236}">
                <a16:creationId xmlns:a16="http://schemas.microsoft.com/office/drawing/2014/main" id="{9A5ADA3E-3A73-4260-828D-18023D21EE0E}"/>
              </a:ext>
            </a:extLst>
          </p:cNvPr>
          <p:cNvSpPr/>
          <p:nvPr/>
        </p:nvSpPr>
        <p:spPr>
          <a:xfrm>
            <a:off x="-685800" y="0"/>
            <a:ext cx="317500" cy="317500"/>
          </a:xfrm>
          <a:prstGeom prst="rect">
            <a:avLst/>
          </a:prstGeom>
          <a:solidFill>
            <a:srgbClr val="49B1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4" name="ColorPatch">
            <a:extLst>
              <a:ext uri="{FF2B5EF4-FFF2-40B4-BE49-F238E27FC236}">
                <a16:creationId xmlns:a16="http://schemas.microsoft.com/office/drawing/2014/main" id="{177ED0F8-E668-4F55-9F61-0BADCC753B93}"/>
              </a:ext>
            </a:extLst>
          </p:cNvPr>
          <p:cNvSpPr/>
          <p:nvPr/>
        </p:nvSpPr>
        <p:spPr>
          <a:xfrm>
            <a:off x="-342900" y="5143500"/>
            <a:ext cx="317500" cy="317500"/>
          </a:xfrm>
          <a:prstGeom prst="rect">
            <a:avLst/>
          </a:prstGeom>
          <a:solidFill>
            <a:srgbClr val="F9B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3" name="ColorPatch">
            <a:extLst>
              <a:ext uri="{FF2B5EF4-FFF2-40B4-BE49-F238E27FC236}">
                <a16:creationId xmlns:a16="http://schemas.microsoft.com/office/drawing/2014/main" id="{8CD7E567-0649-47B4-B5F7-346B6C6FAE6E}"/>
              </a:ext>
            </a:extLst>
          </p:cNvPr>
          <p:cNvSpPr/>
          <p:nvPr/>
        </p:nvSpPr>
        <p:spPr>
          <a:xfrm>
            <a:off x="-342900" y="4800600"/>
            <a:ext cx="317500" cy="317500"/>
          </a:xfrm>
          <a:prstGeom prst="rect">
            <a:avLst/>
          </a:prstGeom>
          <a:solidFill>
            <a:srgbClr val="F27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2" name="ColorPatch">
            <a:extLst>
              <a:ext uri="{FF2B5EF4-FFF2-40B4-BE49-F238E27FC236}">
                <a16:creationId xmlns:a16="http://schemas.microsoft.com/office/drawing/2014/main" id="{0B27B926-9D23-408B-B261-7474BA138B0E}"/>
              </a:ext>
            </a:extLst>
          </p:cNvPr>
          <p:cNvSpPr/>
          <p:nvPr/>
        </p:nvSpPr>
        <p:spPr>
          <a:xfrm>
            <a:off x="-342900" y="4457700"/>
            <a:ext cx="317500" cy="317500"/>
          </a:xfrm>
          <a:prstGeom prst="rect">
            <a:avLst/>
          </a:prstGeom>
          <a:solidFill>
            <a:srgbClr val="EC40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1" name="ColorPatch">
            <a:extLst>
              <a:ext uri="{FF2B5EF4-FFF2-40B4-BE49-F238E27FC236}">
                <a16:creationId xmlns:a16="http://schemas.microsoft.com/office/drawing/2014/main" id="{C79F16A5-2F29-42BB-88AB-9C69D7AB8969}"/>
              </a:ext>
            </a:extLst>
          </p:cNvPr>
          <p:cNvSpPr/>
          <p:nvPr/>
        </p:nvSpPr>
        <p:spPr>
          <a:xfrm>
            <a:off x="-342900" y="4114800"/>
            <a:ext cx="317500" cy="3175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0" name="ColorPatch">
            <a:extLst>
              <a:ext uri="{FF2B5EF4-FFF2-40B4-BE49-F238E27FC236}">
                <a16:creationId xmlns:a16="http://schemas.microsoft.com/office/drawing/2014/main" id="{7164F073-8D27-4C57-9FA9-5D80FC8EDB68}"/>
              </a:ext>
            </a:extLst>
          </p:cNvPr>
          <p:cNvSpPr/>
          <p:nvPr/>
        </p:nvSpPr>
        <p:spPr>
          <a:xfrm>
            <a:off x="-342900" y="3771900"/>
            <a:ext cx="317500" cy="317500"/>
          </a:xfrm>
          <a:prstGeom prst="rect">
            <a:avLst/>
          </a:prstGeom>
          <a:solidFill>
            <a:srgbClr val="FFF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9" name="ColorPatch">
            <a:extLst>
              <a:ext uri="{FF2B5EF4-FFF2-40B4-BE49-F238E27FC236}">
                <a16:creationId xmlns:a16="http://schemas.microsoft.com/office/drawing/2014/main" id="{C400E972-E723-4251-BA45-FDC0E6CEEF6C}"/>
              </a:ext>
            </a:extLst>
          </p:cNvPr>
          <p:cNvSpPr/>
          <p:nvPr/>
        </p:nvSpPr>
        <p:spPr>
          <a:xfrm>
            <a:off x="-342900" y="3429000"/>
            <a:ext cx="317500" cy="317500"/>
          </a:xfrm>
          <a:prstGeom prst="rect">
            <a:avLst/>
          </a:prstGeom>
          <a:solidFill>
            <a:srgbClr val="FFE8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8" name="ColorPatch">
            <a:extLst>
              <a:ext uri="{FF2B5EF4-FFF2-40B4-BE49-F238E27FC236}">
                <a16:creationId xmlns:a16="http://schemas.microsoft.com/office/drawing/2014/main" id="{50D772BA-D4EE-40DA-B415-8EC283428CF5}"/>
              </a:ext>
            </a:extLst>
          </p:cNvPr>
          <p:cNvSpPr/>
          <p:nvPr/>
        </p:nvSpPr>
        <p:spPr>
          <a:xfrm>
            <a:off x="-342900" y="3086100"/>
            <a:ext cx="317500" cy="317500"/>
          </a:xfrm>
          <a:prstGeom prst="rect">
            <a:avLst/>
          </a:prstGeom>
          <a:solidFill>
            <a:srgbClr val="FFD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7" name="ColorPatch">
            <a:extLst>
              <a:ext uri="{FF2B5EF4-FFF2-40B4-BE49-F238E27FC236}">
                <a16:creationId xmlns:a16="http://schemas.microsoft.com/office/drawing/2014/main" id="{6BEEA5BD-11E7-4F3D-BD73-EC2249E8CCEB}"/>
              </a:ext>
            </a:extLst>
          </p:cNvPr>
          <p:cNvSpPr/>
          <p:nvPr/>
        </p:nvSpPr>
        <p:spPr>
          <a:xfrm>
            <a:off x="-342900" y="2743200"/>
            <a:ext cx="317500" cy="317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6" name="ColorPatch">
            <a:extLst>
              <a:ext uri="{FF2B5EF4-FFF2-40B4-BE49-F238E27FC236}">
                <a16:creationId xmlns:a16="http://schemas.microsoft.com/office/drawing/2014/main" id="{27A566A9-4C8D-4179-BE6D-6A885CF5E38A}"/>
              </a:ext>
            </a:extLst>
          </p:cNvPr>
          <p:cNvSpPr/>
          <p:nvPr/>
        </p:nvSpPr>
        <p:spPr>
          <a:xfrm>
            <a:off x="-342900" y="2400300"/>
            <a:ext cx="317500" cy="317500"/>
          </a:xfrm>
          <a:prstGeom prst="rect">
            <a:avLst/>
          </a:prstGeom>
          <a:solidFill>
            <a:srgbClr val="CEEC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5" name="ColorPatch">
            <a:extLst>
              <a:ext uri="{FF2B5EF4-FFF2-40B4-BE49-F238E27FC236}">
                <a16:creationId xmlns:a16="http://schemas.microsoft.com/office/drawing/2014/main" id="{98BB652E-B542-4A6D-842C-A8AFF7CF962D}"/>
              </a:ext>
            </a:extLst>
          </p:cNvPr>
          <p:cNvSpPr/>
          <p:nvPr/>
        </p:nvSpPr>
        <p:spPr>
          <a:xfrm>
            <a:off x="-342900" y="2057400"/>
            <a:ext cx="317500" cy="317500"/>
          </a:xfrm>
          <a:prstGeom prst="rect">
            <a:avLst/>
          </a:prstGeom>
          <a:solidFill>
            <a:srgbClr val="9DD9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4" name="ColorPatch">
            <a:extLst>
              <a:ext uri="{FF2B5EF4-FFF2-40B4-BE49-F238E27FC236}">
                <a16:creationId xmlns:a16="http://schemas.microsoft.com/office/drawing/2014/main" id="{7BE09878-3507-434C-8FBD-3253E93E01C8}"/>
              </a:ext>
            </a:extLst>
          </p:cNvPr>
          <p:cNvSpPr/>
          <p:nvPr/>
        </p:nvSpPr>
        <p:spPr>
          <a:xfrm>
            <a:off x="-342900" y="1714500"/>
            <a:ext cx="317500" cy="317500"/>
          </a:xfrm>
          <a:prstGeom prst="rect">
            <a:avLst/>
          </a:prstGeom>
          <a:solidFill>
            <a:srgbClr val="6DC7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2" name="ColorPatch">
            <a:extLst>
              <a:ext uri="{FF2B5EF4-FFF2-40B4-BE49-F238E27FC236}">
                <a16:creationId xmlns:a16="http://schemas.microsoft.com/office/drawing/2014/main" id="{2E26D6BD-036D-4346-A29B-7683021D70FB}"/>
              </a:ext>
            </a:extLst>
          </p:cNvPr>
          <p:cNvSpPr/>
          <p:nvPr/>
        </p:nvSpPr>
        <p:spPr>
          <a:xfrm>
            <a:off x="-342900" y="1371600"/>
            <a:ext cx="317500" cy="317500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1" name="ColorPatch">
            <a:extLst>
              <a:ext uri="{FF2B5EF4-FFF2-40B4-BE49-F238E27FC236}">
                <a16:creationId xmlns:a16="http://schemas.microsoft.com/office/drawing/2014/main" id="{D840EC2E-1487-4A69-A809-9929CDB60313}"/>
              </a:ext>
            </a:extLst>
          </p:cNvPr>
          <p:cNvSpPr/>
          <p:nvPr/>
        </p:nvSpPr>
        <p:spPr>
          <a:xfrm>
            <a:off x="-342900" y="1028700"/>
            <a:ext cx="317500" cy="317500"/>
          </a:xfrm>
          <a:prstGeom prst="rect">
            <a:avLst/>
          </a:prstGeom>
          <a:solidFill>
            <a:srgbClr val="C0C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10" name="ColorPatch">
            <a:extLst>
              <a:ext uri="{FF2B5EF4-FFF2-40B4-BE49-F238E27FC236}">
                <a16:creationId xmlns:a16="http://schemas.microsoft.com/office/drawing/2014/main" id="{4BBE9809-F301-459A-87DE-3C5C95F62870}"/>
              </a:ext>
            </a:extLst>
          </p:cNvPr>
          <p:cNvSpPr/>
          <p:nvPr/>
        </p:nvSpPr>
        <p:spPr>
          <a:xfrm>
            <a:off x="-342900" y="685800"/>
            <a:ext cx="317500" cy="317500"/>
          </a:xfrm>
          <a:prstGeom prst="rect">
            <a:avLst/>
          </a:prstGeom>
          <a:solidFill>
            <a:srgbClr val="8191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8" name="ColorPatch">
            <a:extLst>
              <a:ext uri="{FF2B5EF4-FFF2-40B4-BE49-F238E27FC236}">
                <a16:creationId xmlns:a16="http://schemas.microsoft.com/office/drawing/2014/main" id="{AD5D23E8-FC29-4F12-AB2C-C32E10546318}"/>
              </a:ext>
            </a:extLst>
          </p:cNvPr>
          <p:cNvSpPr/>
          <p:nvPr/>
        </p:nvSpPr>
        <p:spPr>
          <a:xfrm>
            <a:off x="-342900" y="342900"/>
            <a:ext cx="317500" cy="317500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7" name="ColorPatch">
            <a:extLst>
              <a:ext uri="{FF2B5EF4-FFF2-40B4-BE49-F238E27FC236}">
                <a16:creationId xmlns:a16="http://schemas.microsoft.com/office/drawing/2014/main" id="{57149537-0C06-456D-A4A3-2FBB5503631B}"/>
              </a:ext>
            </a:extLst>
          </p:cNvPr>
          <p:cNvSpPr/>
          <p:nvPr/>
        </p:nvSpPr>
        <p:spPr>
          <a:xfrm>
            <a:off x="-342900" y="0"/>
            <a:ext cx="317500" cy="3175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err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62A42E78-4FE3-4E16-9FB9-64A349BFE3F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DB7C3CC2-4ACF-4082-8C17-0BF2B4046567}" type="datetime5">
              <a:rPr lang="en-US" smtClean="0"/>
              <a:t>9-Jul-25</a:t>
            </a:fld>
            <a:endParaRPr lang="fr-FR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E2817A-3634-41C4-BE77-0740C5A781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556" y="6094699"/>
            <a:ext cx="990025" cy="7632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0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E808DD1-1C76-4F73-8333-CDDB90A34116}"/>
              </a:ext>
            </a:extLst>
          </p:cNvPr>
          <p:cNvSpPr txBox="1"/>
          <p:nvPr/>
        </p:nvSpPr>
        <p:spPr bwMode="auto">
          <a:xfrm>
            <a:off x="305751" y="3335961"/>
            <a:ext cx="3657600" cy="2756864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wrap="square" lIns="182880" tIns="137160" rtlCol="0" anchor="t" anchorCtr="0">
            <a:noAutofit/>
          </a:bodyPr>
          <a:lstStyle/>
          <a:p>
            <a:pPr marL="285750" indent="-285750" defTabSz="1945240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dirty="0"/>
              <a:t>All C5 are implemented </a:t>
            </a:r>
          </a:p>
          <a:p>
            <a:pPr marL="285750" indent="-285750" defTabSz="1945240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dirty="0"/>
              <a:t>All Progress report done</a:t>
            </a:r>
          </a:p>
          <a:p>
            <a:pPr marL="285750" indent="-285750" defTabSz="1945240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dirty="0"/>
              <a:t>Only I can write the configuration file for new products</a:t>
            </a:r>
          </a:p>
          <a:p>
            <a:pPr marL="285750" indent="-285750" defTabSz="1945240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dirty="0"/>
              <a:t>12H of exec for ~18000 DUT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E35B50-AA42-4D8B-BA4A-CCC93B1FF21F}"/>
              </a:ext>
            </a:extLst>
          </p:cNvPr>
          <p:cNvSpPr/>
          <p:nvPr/>
        </p:nvSpPr>
        <p:spPr>
          <a:xfrm>
            <a:off x="0" y="1308100"/>
            <a:ext cx="8976360" cy="777240"/>
          </a:xfrm>
          <a:prstGeom prst="rect">
            <a:avLst/>
          </a:prstGeom>
          <a:solidFill>
            <a:schemeClr val="accent1"/>
          </a:solidFill>
        </p:spPr>
        <p:txBody>
          <a:bodyPr wrap="square" lIns="393700" tIns="0" rIns="127000" bIns="0" anchor="ctr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Status and Next Step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2ACDFF-FA77-4185-82EE-22E9B6CA1DD3}"/>
              </a:ext>
            </a:extLst>
          </p:cNvPr>
          <p:cNvSpPr txBox="1"/>
          <p:nvPr/>
        </p:nvSpPr>
        <p:spPr bwMode="auto">
          <a:xfrm>
            <a:off x="4271070" y="3335961"/>
            <a:ext cx="3657600" cy="2756864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wrap="square" lIns="182880" tIns="137160" rtlCol="0" anchor="t" anchorCtr="0">
            <a:noAutofit/>
          </a:bodyPr>
          <a:lstStyle/>
          <a:p>
            <a:pPr marL="285750" indent="-285750" defTabSz="1945240">
              <a:spcBef>
                <a:spcPts val="600"/>
              </a:spcBef>
              <a:buFont typeface="Wingdings" panose="05000000000000000000" pitchFamily="2" charset="2"/>
              <a:buChar char="q"/>
              <a:defRPr/>
            </a:pPr>
            <a:r>
              <a:rPr lang="en-US" dirty="0"/>
              <a:t>Move product configuration in product folder (no central file)</a:t>
            </a:r>
          </a:p>
          <a:p>
            <a:pPr marL="285750" indent="-285750" defTabSz="1945240">
              <a:spcBef>
                <a:spcPts val="600"/>
              </a:spcBef>
              <a:buFont typeface="Wingdings" panose="05000000000000000000" pitchFamily="2" charset="2"/>
              <a:buChar char="q"/>
              <a:defRPr/>
            </a:pPr>
            <a:r>
              <a:rPr lang="en-US" dirty="0"/>
              <a:t>Add product polling list (no all product, like old, not useful, …)</a:t>
            </a:r>
          </a:p>
          <a:p>
            <a:pPr marL="285750" indent="-285750" defTabSz="1945240">
              <a:spcBef>
                <a:spcPts val="600"/>
              </a:spcBef>
              <a:buFont typeface="Wingdings" panose="05000000000000000000" pitchFamily="2" charset="2"/>
              <a:buChar char="q"/>
              <a:defRPr/>
            </a:pPr>
            <a:r>
              <a:rPr lang="en-US" dirty="0"/>
              <a:t>Rename x30 to LOOP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EA2898-4994-49C2-8836-6BB7C5D0DA38}"/>
              </a:ext>
            </a:extLst>
          </p:cNvPr>
          <p:cNvSpPr txBox="1"/>
          <p:nvPr/>
        </p:nvSpPr>
        <p:spPr bwMode="auto">
          <a:xfrm>
            <a:off x="8251596" y="3334249"/>
            <a:ext cx="3657600" cy="2756864"/>
          </a:xfrm>
          <a:prstGeom prst="rect">
            <a:avLst/>
          </a:prstGeom>
          <a:solidFill>
            <a:srgbClr val="E9E9EA"/>
          </a:solidFill>
          <a:ln>
            <a:noFill/>
          </a:ln>
        </p:spPr>
        <p:txBody>
          <a:bodyPr wrap="square" lIns="182880" tIns="137160" rtlCol="0" anchor="t" anchorCtr="0">
            <a:noAutofit/>
          </a:bodyPr>
          <a:lstStyle/>
          <a:p>
            <a:pPr marL="342900" indent="-342900" defTabSz="194524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dirty="0"/>
              <a:t>Add Characterization report</a:t>
            </a:r>
          </a:p>
          <a:p>
            <a:pPr marL="342900" indent="-342900" defTabSz="194524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dirty="0"/>
              <a:t>Create documentation for all GPAM ENGI  </a:t>
            </a:r>
          </a:p>
          <a:p>
            <a:pPr marL="342900" indent="-342900" defTabSz="194524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dirty="0"/>
              <a:t>Enhance python stdf2dataframe library </a:t>
            </a:r>
          </a:p>
          <a:p>
            <a:pPr marL="285750" indent="-285750" defTabSz="194524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ADE1E3-FA9D-4902-8ED1-15F60FEF4C51}"/>
              </a:ext>
            </a:extLst>
          </p:cNvPr>
          <p:cNvGrpSpPr/>
          <p:nvPr/>
        </p:nvGrpSpPr>
        <p:grpSpPr>
          <a:xfrm>
            <a:off x="305751" y="2557009"/>
            <a:ext cx="3657600" cy="777240"/>
            <a:chOff x="305751" y="2557009"/>
            <a:chExt cx="3657600" cy="77724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4D1E459-DB0C-4A77-8BE8-55A450186139}"/>
                </a:ext>
              </a:extLst>
            </p:cNvPr>
            <p:cNvSpPr txBox="1"/>
            <p:nvPr/>
          </p:nvSpPr>
          <p:spPr bwMode="auto">
            <a:xfrm>
              <a:off x="1128711" y="2557009"/>
              <a:ext cx="2834640" cy="7772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wrap="square" lIns="182880" rtlCol="0" anchor="ctr" anchorCtr="0">
              <a:noAutofit/>
            </a:bodyPr>
            <a:lstStyle/>
            <a:p>
              <a:pPr defTabSz="1945240">
                <a:defRPr/>
              </a:pPr>
              <a:r>
                <a:rPr lang="en-US" b="1" dirty="0">
                  <a:solidFill>
                    <a:schemeClr val="accent1"/>
                  </a:solidFill>
                  <a:latin typeface="+mj-lt"/>
                </a:rPr>
                <a:t>Status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68375F9-A464-4311-8838-C3E6B9C77821}"/>
                </a:ext>
              </a:extLst>
            </p:cNvPr>
            <p:cNvSpPr txBox="1"/>
            <p:nvPr/>
          </p:nvSpPr>
          <p:spPr bwMode="auto">
            <a:xfrm>
              <a:off x="305751" y="2557009"/>
              <a:ext cx="777240" cy="777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rtlCol="0" anchor="ctr" anchorCtr="0">
              <a:noAutofit/>
            </a:bodyPr>
            <a:lstStyle/>
            <a:p>
              <a:pPr algn="ctr" defTabSz="1945240">
                <a:defRPr/>
              </a:pPr>
              <a:endParaRPr lang="en-US" sz="24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263DC62-5C2A-4A57-8207-9D239C9D5E98}"/>
              </a:ext>
            </a:extLst>
          </p:cNvPr>
          <p:cNvGrpSpPr/>
          <p:nvPr/>
        </p:nvGrpSpPr>
        <p:grpSpPr>
          <a:xfrm>
            <a:off x="4271963" y="2557009"/>
            <a:ext cx="3657600" cy="777240"/>
            <a:chOff x="4676045" y="2557009"/>
            <a:chExt cx="3657600" cy="77724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F536D4F-1168-4A94-A578-1A68C08D8119}"/>
                </a:ext>
              </a:extLst>
            </p:cNvPr>
            <p:cNvSpPr txBox="1"/>
            <p:nvPr/>
          </p:nvSpPr>
          <p:spPr bwMode="auto">
            <a:xfrm>
              <a:off x="5499005" y="2557009"/>
              <a:ext cx="2834640" cy="7772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wrap="square" lIns="182880" rtlCol="0" anchor="ctr" anchorCtr="0">
              <a:noAutofit/>
            </a:bodyPr>
            <a:lstStyle/>
            <a:p>
              <a:pPr defTabSz="1945240">
                <a:defRPr/>
              </a:pPr>
              <a:r>
                <a:rPr lang="en-US" b="1" dirty="0">
                  <a:solidFill>
                    <a:schemeClr val="accent1"/>
                  </a:solidFill>
                  <a:latin typeface="+mj-lt"/>
                </a:rPr>
                <a:t>Improvements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2FC7ECA-3149-42D7-8A82-95B6DE87C30D}"/>
                </a:ext>
              </a:extLst>
            </p:cNvPr>
            <p:cNvSpPr txBox="1"/>
            <p:nvPr/>
          </p:nvSpPr>
          <p:spPr bwMode="auto">
            <a:xfrm>
              <a:off x="4676045" y="2557009"/>
              <a:ext cx="777240" cy="777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rtlCol="0" anchor="ctr" anchorCtr="0">
              <a:noAutofit/>
            </a:bodyPr>
            <a:lstStyle/>
            <a:p>
              <a:pPr algn="ctr" defTabSz="1945240">
                <a:defRPr/>
              </a:pPr>
              <a:endParaRPr lang="en-US" sz="24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5F2EF77-5BAB-4F1F-8329-7BA620E783AA}"/>
              </a:ext>
            </a:extLst>
          </p:cNvPr>
          <p:cNvGrpSpPr/>
          <p:nvPr/>
        </p:nvGrpSpPr>
        <p:grpSpPr>
          <a:xfrm>
            <a:off x="8236389" y="2557009"/>
            <a:ext cx="3657600" cy="777240"/>
            <a:chOff x="4676045" y="2557009"/>
            <a:chExt cx="3657600" cy="77724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F0E4C9D-98D3-47D8-BC22-73B18AB06F4F}"/>
                </a:ext>
              </a:extLst>
            </p:cNvPr>
            <p:cNvSpPr txBox="1"/>
            <p:nvPr/>
          </p:nvSpPr>
          <p:spPr bwMode="auto">
            <a:xfrm>
              <a:off x="5499005" y="2557009"/>
              <a:ext cx="2834640" cy="7772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wrap="square" lIns="182880" rtlCol="0" anchor="ctr" anchorCtr="0">
              <a:noAutofit/>
            </a:bodyPr>
            <a:lstStyle/>
            <a:p>
              <a:pPr defTabSz="1945240">
                <a:defRPr/>
              </a:pPr>
              <a:r>
                <a:rPr lang="en-US" b="1" dirty="0">
                  <a:solidFill>
                    <a:schemeClr val="accent1"/>
                  </a:solidFill>
                  <a:latin typeface="+mj-lt"/>
                </a:rPr>
                <a:t>Next Steps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391BCB7-932B-4F78-9304-1BD0EC51A248}"/>
                </a:ext>
              </a:extLst>
            </p:cNvPr>
            <p:cNvSpPr txBox="1"/>
            <p:nvPr/>
          </p:nvSpPr>
          <p:spPr bwMode="auto">
            <a:xfrm>
              <a:off x="4676045" y="2557009"/>
              <a:ext cx="777240" cy="777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rtlCol="0" anchor="ctr" anchorCtr="0">
              <a:noAutofit/>
            </a:bodyPr>
            <a:lstStyle/>
            <a:p>
              <a:pPr algn="ctr" defTabSz="1945240">
                <a:defRPr/>
              </a:pPr>
              <a:endParaRPr lang="en-US" sz="24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F2E38D-E9FD-490C-ABE0-B503D408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42E78-4FE3-4E16-9FB9-64A349BFE3FC}" type="slidenum">
              <a:rPr lang="fr-FR" smtClean="0"/>
              <a:pPr/>
              <a:t>1</a:t>
            </a:fld>
            <a:endParaRPr lang="fr-FR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371CDB7-84D4-B232-E60D-314F3AFC5B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577" t="31506" r="4842" b="33255"/>
          <a:stretch/>
        </p:blipFill>
        <p:spPr>
          <a:xfrm>
            <a:off x="8900401" y="57479"/>
            <a:ext cx="3008795" cy="1216321"/>
          </a:xfrm>
          <a:prstGeom prst="rect">
            <a:avLst/>
          </a:prstGeom>
        </p:spPr>
      </p:pic>
      <p:pic>
        <p:nvPicPr>
          <p:cNvPr id="10" name="Graphic 9" descr="Marker with solid fill">
            <a:extLst>
              <a:ext uri="{FF2B5EF4-FFF2-40B4-BE49-F238E27FC236}">
                <a16:creationId xmlns:a16="http://schemas.microsoft.com/office/drawing/2014/main" id="{842D0236-FB38-E05F-46BB-81DBC0127E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615" y="2611873"/>
            <a:ext cx="667512" cy="667512"/>
          </a:xfrm>
          <a:prstGeom prst="rect">
            <a:avLst/>
          </a:prstGeom>
        </p:spPr>
      </p:pic>
      <p:pic>
        <p:nvPicPr>
          <p:cNvPr id="11" name="Graphic 10" descr="Route (Two Pins With A Path) with solid fill">
            <a:extLst>
              <a:ext uri="{FF2B5EF4-FFF2-40B4-BE49-F238E27FC236}">
                <a16:creationId xmlns:a16="http://schemas.microsoft.com/office/drawing/2014/main" id="{67C634A4-3430-2B42-D573-7526E1C93A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326827" y="2611873"/>
            <a:ext cx="667512" cy="667512"/>
          </a:xfrm>
          <a:prstGeom prst="rect">
            <a:avLst/>
          </a:prstGeom>
        </p:spPr>
      </p:pic>
      <p:pic>
        <p:nvPicPr>
          <p:cNvPr id="12" name="Graphic 11" descr="Target with solid fill">
            <a:extLst>
              <a:ext uri="{FF2B5EF4-FFF2-40B4-BE49-F238E27FC236}">
                <a16:creationId xmlns:a16="http://schemas.microsoft.com/office/drawing/2014/main" id="{DB77BA8E-0902-96AB-2DEC-DA8C0FEAA3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291253" y="2611873"/>
            <a:ext cx="667512" cy="66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485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ST PowerPoint Template 16x9">
  <a:themeElements>
    <a:clrScheme name="STMicroelectronics 2021">
      <a:dk1>
        <a:srgbClr val="03234B"/>
      </a:dk1>
      <a:lt1>
        <a:srgbClr val="FFFFFF"/>
      </a:lt1>
      <a:dk2>
        <a:srgbClr val="464650"/>
      </a:dk2>
      <a:lt2>
        <a:srgbClr val="E8E8E9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8C0078"/>
      </a:accent6>
      <a:hlink>
        <a:srgbClr val="3CB4E6"/>
      </a:hlink>
      <a:folHlink>
        <a:srgbClr val="3CB4E6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_[16-9].potx" id="{CD5ACC94-6E44-41CD-AD84-5EC23CEA07C9}" vid="{AE223C04-3F7D-4337-AA9C-E9D20F57FFE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e8b862-15e6-4e43-a653-c595c72fe1ca" xsi:nil="true"/>
    <lcf76f155ced4ddcb4097134ff3c332f xmlns="46bd5e7f-87ae-4750-add7-80562d348b5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FD544BA36EAB4190BACC9977E961B6" ma:contentTypeVersion="16" ma:contentTypeDescription="Create a new document." ma:contentTypeScope="" ma:versionID="abf76bf44d190e39dc8658abdac5570d">
  <xsd:schema xmlns:xsd="http://www.w3.org/2001/XMLSchema" xmlns:xs="http://www.w3.org/2001/XMLSchema" xmlns:p="http://schemas.microsoft.com/office/2006/metadata/properties" xmlns:ns2="46bd5e7f-87ae-4750-add7-80562d348b56" xmlns:ns3="7147305f-3ce5-4eb3-bdcb-e49f1f204c56" xmlns:ns4="e4e8b862-15e6-4e43-a653-c595c72fe1ca" targetNamespace="http://schemas.microsoft.com/office/2006/metadata/properties" ma:root="true" ma:fieldsID="a3aab8296777f669f7d796388b85d0cf" ns2:_="" ns3:_="" ns4:_="">
    <xsd:import namespace="46bd5e7f-87ae-4750-add7-80562d348b56"/>
    <xsd:import namespace="7147305f-3ce5-4eb3-bdcb-e49f1f204c56"/>
    <xsd:import namespace="e4e8b862-15e6-4e43-a653-c595c72fe1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d5e7f-87ae-4750-add7-80562d348b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15f0e51-4dc2-4521-a620-e03b1e9ce1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47305f-3ce5-4eb3-bdcb-e49f1f204c5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8b862-15e6-4e43-a653-c595c72fe1ca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d0c3ddcc-52fc-4a5e-8f00-d82df8553fcf}" ma:internalName="TaxCatchAll" ma:showField="CatchAllData" ma:web="7147305f-3ce5-4eb3-bdcb-e49f1f204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28AB31-6C6B-4B6F-BC81-DA968B8912DB}">
  <ds:schemaRefs>
    <ds:schemaRef ds:uri="http://schemas.microsoft.com/office/2006/metadata/properties"/>
    <ds:schemaRef ds:uri="http://schemas.microsoft.com/office/infopath/2007/PartnerControls"/>
    <ds:schemaRef ds:uri="e4e8b862-15e6-4e43-a653-c595c72fe1ca"/>
    <ds:schemaRef ds:uri="46bd5e7f-87ae-4750-add7-80562d348b56"/>
  </ds:schemaRefs>
</ds:datastoreItem>
</file>

<file path=customXml/itemProps2.xml><?xml version="1.0" encoding="utf-8"?>
<ds:datastoreItem xmlns:ds="http://schemas.openxmlformats.org/officeDocument/2006/customXml" ds:itemID="{884001ED-5BBE-4A3E-AB49-ABF3AA9784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EBB4DA-E043-4B46-9198-AB0A50153B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bd5e7f-87ae-4750-add7-80562d348b56"/>
    <ds:schemaRef ds:uri="7147305f-3ce5-4eb3-bdcb-e49f1f204c56"/>
    <ds:schemaRef ds:uri="e4e8b862-15e6-4e43-a653-c595c72fe1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3add6c0-cfdb-4bb9-b90f-bf23b83aa6c0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537</TotalTime>
  <Words>79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Wingdings</vt:lpstr>
      <vt:lpstr>ST PowerPoint Template 16x9</vt:lpstr>
      <vt:lpstr>ST PowerPoint Template 16x9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TERRANOVA</dc:creator>
  <cp:keywords/>
  <cp:lastModifiedBy>Matteo TERRANOVA</cp:lastModifiedBy>
  <cp:revision>2</cp:revision>
  <dcterms:created xsi:type="dcterms:W3CDTF">2025-06-18T05:54:02Z</dcterms:created>
  <dcterms:modified xsi:type="dcterms:W3CDTF">2025-07-09T07:55:23Z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ST PowerPoint Template 16x9:10</vt:lpwstr>
  </property>
  <property fmtid="{D5CDD505-2E9C-101B-9397-08002B2CF9AE}" pid="3" name="ClassificationContentMarkingFooterText">
    <vt:lpwstr>ST Restricted</vt:lpwstr>
  </property>
  <property fmtid="{D5CDD505-2E9C-101B-9397-08002B2CF9AE}" pid="4" name="ContentTypeId">
    <vt:lpwstr>0x0101005DFD544BA36EAB4190BACC9977E961B6</vt:lpwstr>
  </property>
  <property fmtid="{D5CDD505-2E9C-101B-9397-08002B2CF9AE}" pid="5" name="MediaServiceImageTags">
    <vt:lpwstr/>
  </property>
</Properties>
</file>
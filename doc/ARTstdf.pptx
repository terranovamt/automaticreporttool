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60" r:id="rId2"/>
  </p:sldMasterIdLst>
  <p:notesMasterIdLst>
    <p:notesMasterId r:id="rId16"/>
  </p:notesMasterIdLst>
  <p:sldIdLst>
    <p:sldId id="262" r:id="rId3"/>
    <p:sldId id="305" r:id="rId4"/>
    <p:sldId id="299" r:id="rId5"/>
    <p:sldId id="301" r:id="rId6"/>
    <p:sldId id="302" r:id="rId7"/>
    <p:sldId id="303" r:id="rId8"/>
    <p:sldId id="304" r:id="rId9"/>
    <p:sldId id="296" r:id="rId10"/>
    <p:sldId id="294" r:id="rId11"/>
    <p:sldId id="300" r:id="rId12"/>
    <p:sldId id="295" r:id="rId13"/>
    <p:sldId id="292" r:id="rId14"/>
    <p:sldId id="26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CC9DB1F-F246-422E-9D69-5E2B0FB7BEA5}">
          <p14:sldIdLst>
            <p14:sldId id="262"/>
            <p14:sldId id="305"/>
            <p14:sldId id="299"/>
            <p14:sldId id="301"/>
            <p14:sldId id="302"/>
            <p14:sldId id="303"/>
            <p14:sldId id="304"/>
            <p14:sldId id="296"/>
            <p14:sldId id="294"/>
            <p14:sldId id="300"/>
            <p14:sldId id="295"/>
            <p14:sldId id="292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007E"/>
    <a:srgbClr val="8C0078"/>
    <a:srgbClr val="04572F"/>
    <a:srgbClr val="EEEFF1"/>
    <a:srgbClr val="A6ADB5"/>
    <a:srgbClr val="8191A5"/>
    <a:srgbClr val="C0C8D2"/>
    <a:srgbClr val="525A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67" d="100"/>
          <a:sy n="67" d="100"/>
        </p:scale>
        <p:origin x="91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customXml" Target="../customXml/item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customXml" Target="../customXml/item2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eo TERRANOVA" userId="c2e25939-63f9-4900-8a6a-71ee696bea42" providerId="ADAL" clId="{4EC8B0D2-3691-46CB-A0EA-80E3BA1E965D}"/>
    <pc:docChg chg="undo redo custSel addSld delSld modSld sldOrd addMainMaster modMainMaster modSection">
      <pc:chgData name="Matteo TERRANOVA" userId="c2e25939-63f9-4900-8a6a-71ee696bea42" providerId="ADAL" clId="{4EC8B0D2-3691-46CB-A0EA-80E3BA1E965D}" dt="2025-06-26T07:19:44.282" v="3304" actId="14826"/>
      <pc:docMkLst>
        <pc:docMk/>
      </pc:docMkLst>
      <pc:sldChg chg="addSp delSp modSp mod modTransition">
        <pc:chgData name="Matteo TERRANOVA" userId="c2e25939-63f9-4900-8a6a-71ee696bea42" providerId="ADAL" clId="{4EC8B0D2-3691-46CB-A0EA-80E3BA1E965D}" dt="2025-06-26T07:19:39.211" v="3303" actId="14826"/>
        <pc:sldMkLst>
          <pc:docMk/>
          <pc:sldMk cId="193982230" sldId="262"/>
        </pc:sldMkLst>
        <pc:spChg chg="mod">
          <ac:chgData name="Matteo TERRANOVA" userId="c2e25939-63f9-4900-8a6a-71ee696bea42" providerId="ADAL" clId="{4EC8B0D2-3691-46CB-A0EA-80E3BA1E965D}" dt="2025-06-18T12:04:05.530" v="3280" actId="6549"/>
          <ac:spMkLst>
            <pc:docMk/>
            <pc:sldMk cId="193982230" sldId="262"/>
            <ac:spMk id="15" creationId="{FB49D3ED-12A5-44AC-B654-9458A5FBEC88}"/>
          </ac:spMkLst>
        </pc:spChg>
        <pc:spChg chg="mod">
          <ac:chgData name="Matteo TERRANOVA" userId="c2e25939-63f9-4900-8a6a-71ee696bea42" providerId="ADAL" clId="{4EC8B0D2-3691-46CB-A0EA-80E3BA1E965D}" dt="2025-06-18T11:28:17.412" v="3266" actId="1076"/>
          <ac:spMkLst>
            <pc:docMk/>
            <pc:sldMk cId="193982230" sldId="262"/>
            <ac:spMk id="16" creationId="{12613E07-DCF2-4461-AFF5-7A705127F66B}"/>
          </ac:spMkLst>
        </pc:spChg>
        <pc:picChg chg="add del mod">
          <ac:chgData name="Matteo TERRANOVA" userId="c2e25939-63f9-4900-8a6a-71ee696bea42" providerId="ADAL" clId="{4EC8B0D2-3691-46CB-A0EA-80E3BA1E965D}" dt="2025-06-26T06:45:53.972" v="3298" actId="21"/>
          <ac:picMkLst>
            <pc:docMk/>
            <pc:sldMk cId="193982230" sldId="262"/>
            <ac:picMk id="3" creationId="{998079EE-90A6-7E7C-E164-06E7608556F7}"/>
          </ac:picMkLst>
        </pc:picChg>
        <pc:picChg chg="add mod">
          <ac:chgData name="Matteo TERRANOVA" userId="c2e25939-63f9-4900-8a6a-71ee696bea42" providerId="ADAL" clId="{4EC8B0D2-3691-46CB-A0EA-80E3BA1E965D}" dt="2025-06-26T07:19:39.211" v="3303" actId="14826"/>
          <ac:picMkLst>
            <pc:docMk/>
            <pc:sldMk cId="193982230" sldId="262"/>
            <ac:picMk id="5" creationId="{2851288F-4013-FF3D-DC34-B1E58F9B4490}"/>
          </ac:picMkLst>
        </pc:picChg>
        <pc:picChg chg="add del mod">
          <ac:chgData name="Matteo TERRANOVA" userId="c2e25939-63f9-4900-8a6a-71ee696bea42" providerId="ADAL" clId="{4EC8B0D2-3691-46CB-A0EA-80E3BA1E965D}" dt="2025-06-26T07:19:36.286" v="3302" actId="21"/>
          <ac:picMkLst>
            <pc:docMk/>
            <pc:sldMk cId="193982230" sldId="262"/>
            <ac:picMk id="6" creationId="{7A361532-F8C6-AFAA-D43A-3092C59F19A6}"/>
          </ac:picMkLst>
        </pc:picChg>
      </pc:sldChg>
      <pc:sldChg chg="del">
        <pc:chgData name="Matteo TERRANOVA" userId="c2e25939-63f9-4900-8a6a-71ee696bea42" providerId="ADAL" clId="{4EC8B0D2-3691-46CB-A0EA-80E3BA1E965D}" dt="2025-06-18T06:07:38.110" v="82" actId="47"/>
        <pc:sldMkLst>
          <pc:docMk/>
          <pc:sldMk cId="941287029" sldId="289"/>
        </pc:sldMkLst>
      </pc:sldChg>
      <pc:sldChg chg="del">
        <pc:chgData name="Matteo TERRANOVA" userId="c2e25939-63f9-4900-8a6a-71ee696bea42" providerId="ADAL" clId="{4EC8B0D2-3691-46CB-A0EA-80E3BA1E965D}" dt="2025-06-18T05:59:23.406" v="75" actId="2696"/>
        <pc:sldMkLst>
          <pc:docMk/>
          <pc:sldMk cId="1550064548" sldId="290"/>
        </pc:sldMkLst>
      </pc:sldChg>
      <pc:sldChg chg="del">
        <pc:chgData name="Matteo TERRANOVA" userId="c2e25939-63f9-4900-8a6a-71ee696bea42" providerId="ADAL" clId="{4EC8B0D2-3691-46CB-A0EA-80E3BA1E965D}" dt="2025-06-18T05:59:29.998" v="76" actId="2696"/>
        <pc:sldMkLst>
          <pc:docMk/>
          <pc:sldMk cId="2844948405" sldId="291"/>
        </pc:sldMkLst>
      </pc:sldChg>
      <pc:sldChg chg="add del">
        <pc:chgData name="Matteo TERRANOVA" userId="c2e25939-63f9-4900-8a6a-71ee696bea42" providerId="ADAL" clId="{4EC8B0D2-3691-46CB-A0EA-80E3BA1E965D}" dt="2025-06-18T06:07:35.980" v="81" actId="47"/>
        <pc:sldMkLst>
          <pc:docMk/>
          <pc:sldMk cId="936157694" sldId="293"/>
        </pc:sldMkLst>
      </pc:sldChg>
      <pc:sldChg chg="addSp delSp modSp add mod modTransition">
        <pc:chgData name="Matteo TERRANOVA" userId="c2e25939-63f9-4900-8a6a-71ee696bea42" providerId="ADAL" clId="{4EC8B0D2-3691-46CB-A0EA-80E3BA1E965D}" dt="2025-06-18T11:26:20.587" v="3255"/>
        <pc:sldMkLst>
          <pc:docMk/>
          <pc:sldMk cId="1600485259" sldId="294"/>
        </pc:sldMkLst>
        <pc:spChg chg="mod">
          <ac:chgData name="Matteo TERRANOVA" userId="c2e25939-63f9-4900-8a6a-71ee696bea42" providerId="ADAL" clId="{4EC8B0D2-3691-46CB-A0EA-80E3BA1E965D}" dt="2025-06-18T06:07:43.946" v="97" actId="20577"/>
          <ac:spMkLst>
            <pc:docMk/>
            <pc:sldMk cId="1600485259" sldId="294"/>
            <ac:spMk id="3" creationId="{1C8162BE-0323-444A-B615-3DED69F8F01F}"/>
          </ac:spMkLst>
        </pc:spChg>
        <pc:spChg chg="mod">
          <ac:chgData name="Matteo TERRANOVA" userId="c2e25939-63f9-4900-8a6a-71ee696bea42" providerId="ADAL" clId="{4EC8B0D2-3691-46CB-A0EA-80E3BA1E965D}" dt="2025-06-18T06:08:55.616" v="189" actId="20577"/>
          <ac:spMkLst>
            <pc:docMk/>
            <pc:sldMk cId="1600485259" sldId="294"/>
            <ac:spMk id="18" creationId="{04D1E459-DB0C-4A77-8BE8-55A450186139}"/>
          </ac:spMkLst>
        </pc:spChg>
        <pc:spChg chg="mod">
          <ac:chgData name="Matteo TERRANOVA" userId="c2e25939-63f9-4900-8a6a-71ee696bea42" providerId="ADAL" clId="{4EC8B0D2-3691-46CB-A0EA-80E3BA1E965D}" dt="2025-06-18T06:08:00.232" v="137" actId="20577"/>
          <ac:spMkLst>
            <pc:docMk/>
            <pc:sldMk cId="1600485259" sldId="294"/>
            <ac:spMk id="22" creationId="{AAE35B50-AA42-4D8B-BA4A-CCC93B1FF21F}"/>
          </ac:spMkLst>
        </pc:spChg>
        <pc:spChg chg="mod">
          <ac:chgData name="Matteo TERRANOVA" userId="c2e25939-63f9-4900-8a6a-71ee696bea42" providerId="ADAL" clId="{4EC8B0D2-3691-46CB-A0EA-80E3BA1E965D}" dt="2025-06-18T06:12:51.836" v="390" actId="20577"/>
          <ac:spMkLst>
            <pc:docMk/>
            <pc:sldMk cId="1600485259" sldId="294"/>
            <ac:spMk id="24" creationId="{8E808DD1-1C76-4F73-8333-CDDB90A34116}"/>
          </ac:spMkLst>
        </pc:spChg>
        <pc:spChg chg="mod">
          <ac:chgData name="Matteo TERRANOVA" userId="c2e25939-63f9-4900-8a6a-71ee696bea42" providerId="ADAL" clId="{4EC8B0D2-3691-46CB-A0EA-80E3BA1E965D}" dt="2025-06-18T06:21:00.346" v="432" actId="20577"/>
          <ac:spMkLst>
            <pc:docMk/>
            <pc:sldMk cId="1600485259" sldId="294"/>
            <ac:spMk id="39" creationId="{F82ACDFF-FA77-4185-82EE-22E9B6CA1DD3}"/>
          </ac:spMkLst>
        </pc:spChg>
        <pc:spChg chg="mod">
          <ac:chgData name="Matteo TERRANOVA" userId="c2e25939-63f9-4900-8a6a-71ee696bea42" providerId="ADAL" clId="{4EC8B0D2-3691-46CB-A0EA-80E3BA1E965D}" dt="2025-06-18T06:21:21.321" v="463" actId="1076"/>
          <ac:spMkLst>
            <pc:docMk/>
            <pc:sldMk cId="1600485259" sldId="294"/>
            <ac:spMk id="40" creationId="{93EA2898-4994-49C2-8836-6BB7C5D0DA38}"/>
          </ac:spMkLst>
        </pc:spChg>
        <pc:spChg chg="mod">
          <ac:chgData name="Matteo TERRANOVA" userId="c2e25939-63f9-4900-8a6a-71ee696bea42" providerId="ADAL" clId="{4EC8B0D2-3691-46CB-A0EA-80E3BA1E965D}" dt="2025-06-18T06:08:12.827" v="144" actId="20577"/>
          <ac:spMkLst>
            <pc:docMk/>
            <pc:sldMk cId="1600485259" sldId="294"/>
            <ac:spMk id="41" creationId="{F68375F9-A464-4311-8838-C3E6B9C77821}"/>
          </ac:spMkLst>
        </pc:spChg>
        <pc:spChg chg="mod">
          <ac:chgData name="Matteo TERRANOVA" userId="c2e25939-63f9-4900-8a6a-71ee696bea42" providerId="ADAL" clId="{4EC8B0D2-3691-46CB-A0EA-80E3BA1E965D}" dt="2025-06-18T06:08:42.466" v="184" actId="20577"/>
          <ac:spMkLst>
            <pc:docMk/>
            <pc:sldMk cId="1600485259" sldId="294"/>
            <ac:spMk id="42" creationId="{6F536D4F-1168-4A94-A578-1A68C08D8119}"/>
          </ac:spMkLst>
        </pc:spChg>
        <pc:spChg chg="mod">
          <ac:chgData name="Matteo TERRANOVA" userId="c2e25939-63f9-4900-8a6a-71ee696bea42" providerId="ADAL" clId="{4EC8B0D2-3691-46CB-A0EA-80E3BA1E965D}" dt="2025-06-18T06:08:19.351" v="149" actId="20577"/>
          <ac:spMkLst>
            <pc:docMk/>
            <pc:sldMk cId="1600485259" sldId="294"/>
            <ac:spMk id="43" creationId="{22FC7ECA-3149-42D7-8A82-95B6DE87C30D}"/>
          </ac:spMkLst>
        </pc:spChg>
        <pc:spChg chg="mod">
          <ac:chgData name="Matteo TERRANOVA" userId="c2e25939-63f9-4900-8a6a-71ee696bea42" providerId="ADAL" clId="{4EC8B0D2-3691-46CB-A0EA-80E3BA1E965D}" dt="2025-06-18T06:08:34.466" v="176" actId="313"/>
          <ac:spMkLst>
            <pc:docMk/>
            <pc:sldMk cId="1600485259" sldId="294"/>
            <ac:spMk id="45" creationId="{CF0E4C9D-98D3-47D8-BC22-73B18AB06F4F}"/>
          </ac:spMkLst>
        </pc:spChg>
        <pc:spChg chg="mod">
          <ac:chgData name="Matteo TERRANOVA" userId="c2e25939-63f9-4900-8a6a-71ee696bea42" providerId="ADAL" clId="{4EC8B0D2-3691-46CB-A0EA-80E3BA1E965D}" dt="2025-06-18T06:08:22.697" v="152" actId="20577"/>
          <ac:spMkLst>
            <pc:docMk/>
            <pc:sldMk cId="1600485259" sldId="294"/>
            <ac:spMk id="46" creationId="{8391BCB7-932B-4F78-9304-1BD0EC51A248}"/>
          </ac:spMkLst>
        </pc:spChg>
      </pc:sldChg>
      <pc:sldChg chg="addSp delSp modSp add mod modShow">
        <pc:chgData name="Matteo TERRANOVA" userId="c2e25939-63f9-4900-8a6a-71ee696bea42" providerId="ADAL" clId="{4EC8B0D2-3691-46CB-A0EA-80E3BA1E965D}" dt="2025-06-18T07:19:34.729" v="1253" actId="729"/>
        <pc:sldMkLst>
          <pc:docMk/>
          <pc:sldMk cId="806047654" sldId="295"/>
        </pc:sldMkLst>
        <pc:spChg chg="mod">
          <ac:chgData name="Matteo TERRANOVA" userId="c2e25939-63f9-4900-8a6a-71ee696bea42" providerId="ADAL" clId="{4EC8B0D2-3691-46CB-A0EA-80E3BA1E965D}" dt="2025-06-18T06:21:39.243" v="477" actId="313"/>
          <ac:spMkLst>
            <pc:docMk/>
            <pc:sldMk cId="806047654" sldId="295"/>
            <ac:spMk id="3" creationId="{36D8635A-43AC-9DB7-B3BF-119F412A3436}"/>
          </ac:spMkLst>
        </pc:spChg>
        <pc:spChg chg="add mod">
          <ac:chgData name="Matteo TERRANOVA" userId="c2e25939-63f9-4900-8a6a-71ee696bea42" providerId="ADAL" clId="{4EC8B0D2-3691-46CB-A0EA-80E3BA1E965D}" dt="2025-06-18T06:33:59.737" v="735" actId="14100"/>
          <ac:spMkLst>
            <pc:docMk/>
            <pc:sldMk cId="806047654" sldId="295"/>
            <ac:spMk id="8" creationId="{086BA185-047C-F6E8-9D9F-12FC15D05E94}"/>
          </ac:spMkLst>
        </pc:spChg>
        <pc:spChg chg="add mod">
          <ac:chgData name="Matteo TERRANOVA" userId="c2e25939-63f9-4900-8a6a-71ee696bea42" providerId="ADAL" clId="{4EC8B0D2-3691-46CB-A0EA-80E3BA1E965D}" dt="2025-06-18T07:18:35.692" v="1251" actId="313"/>
          <ac:spMkLst>
            <pc:docMk/>
            <pc:sldMk cId="806047654" sldId="295"/>
            <ac:spMk id="9" creationId="{BBD37311-A4AD-1BE5-6FF5-237A5E47732B}"/>
          </ac:spMkLst>
        </pc:spChg>
        <pc:spChg chg="add mod">
          <ac:chgData name="Matteo TERRANOVA" userId="c2e25939-63f9-4900-8a6a-71ee696bea42" providerId="ADAL" clId="{4EC8B0D2-3691-46CB-A0EA-80E3BA1E965D}" dt="2025-06-18T07:18:38.181" v="1252" actId="20577"/>
          <ac:spMkLst>
            <pc:docMk/>
            <pc:sldMk cId="806047654" sldId="295"/>
            <ac:spMk id="10" creationId="{3AA6655F-A72D-7720-CB2A-B6C3A8D3D1B3}"/>
          </ac:spMkLst>
        </pc:spChg>
        <pc:spChg chg="mod">
          <ac:chgData name="Matteo TERRANOVA" userId="c2e25939-63f9-4900-8a6a-71ee696bea42" providerId="ADAL" clId="{4EC8B0D2-3691-46CB-A0EA-80E3BA1E965D}" dt="2025-06-18T06:21:44.529" v="489" actId="20577"/>
          <ac:spMkLst>
            <pc:docMk/>
            <pc:sldMk cId="806047654" sldId="295"/>
            <ac:spMk id="22" creationId="{D2C01494-F866-5AAF-3D74-92572A1AC0EC}"/>
          </ac:spMkLst>
        </pc:spChg>
        <pc:picChg chg="add mod ord">
          <ac:chgData name="Matteo TERRANOVA" userId="c2e25939-63f9-4900-8a6a-71ee696bea42" providerId="ADAL" clId="{4EC8B0D2-3691-46CB-A0EA-80E3BA1E965D}" dt="2025-06-18T06:34:03.640" v="737" actId="1076"/>
          <ac:picMkLst>
            <pc:docMk/>
            <pc:sldMk cId="806047654" sldId="295"/>
            <ac:picMk id="7" creationId="{221AFF7B-18FA-7D44-9E4D-3130BA68EB14}"/>
          </ac:picMkLst>
        </pc:picChg>
      </pc:sldChg>
      <pc:sldChg chg="modSp add mod modTransition">
        <pc:chgData name="Matteo TERRANOVA" userId="c2e25939-63f9-4900-8a6a-71ee696bea42" providerId="ADAL" clId="{4EC8B0D2-3691-46CB-A0EA-80E3BA1E965D}" dt="2025-06-18T11:26:20.587" v="3255"/>
        <pc:sldMkLst>
          <pc:docMk/>
          <pc:sldMk cId="467802130" sldId="296"/>
        </pc:sldMkLst>
        <pc:spChg chg="mod">
          <ac:chgData name="Matteo TERRANOVA" userId="c2e25939-63f9-4900-8a6a-71ee696bea42" providerId="ADAL" clId="{4EC8B0D2-3691-46CB-A0EA-80E3BA1E965D}" dt="2025-06-18T06:41:50.737" v="959"/>
          <ac:spMkLst>
            <pc:docMk/>
            <pc:sldMk cId="467802130" sldId="296"/>
            <ac:spMk id="16" creationId="{224F9C9D-1784-C03B-ED42-95DDE557EAE7}"/>
          </ac:spMkLst>
        </pc:spChg>
      </pc:sldChg>
      <pc:sldChg chg="addSp delSp modSp add del mod">
        <pc:chgData name="Matteo TERRANOVA" userId="c2e25939-63f9-4900-8a6a-71ee696bea42" providerId="ADAL" clId="{4EC8B0D2-3691-46CB-A0EA-80E3BA1E965D}" dt="2025-06-18T10:17:58.927" v="2402" actId="47"/>
        <pc:sldMkLst>
          <pc:docMk/>
          <pc:sldMk cId="185715012" sldId="297"/>
        </pc:sldMkLst>
      </pc:sldChg>
      <pc:sldChg chg="add del">
        <pc:chgData name="Matteo TERRANOVA" userId="c2e25939-63f9-4900-8a6a-71ee696bea42" providerId="ADAL" clId="{4EC8B0D2-3691-46CB-A0EA-80E3BA1E965D}" dt="2025-06-18T10:17:59.825" v="2403" actId="47"/>
        <pc:sldMkLst>
          <pc:docMk/>
          <pc:sldMk cId="638297799" sldId="298"/>
        </pc:sldMkLst>
      </pc:sldChg>
      <pc:sldChg chg="addSp delSp modSp add mod modTransition">
        <pc:chgData name="Matteo TERRANOVA" userId="c2e25939-63f9-4900-8a6a-71ee696bea42" providerId="ADAL" clId="{4EC8B0D2-3691-46CB-A0EA-80E3BA1E965D}" dt="2025-06-18T11:26:20.587" v="3255"/>
        <pc:sldMkLst>
          <pc:docMk/>
          <pc:sldMk cId="2947044443" sldId="299"/>
        </pc:sldMkLst>
        <pc:spChg chg="mod">
          <ac:chgData name="Matteo TERRANOVA" userId="c2e25939-63f9-4900-8a6a-71ee696bea42" providerId="ADAL" clId="{4EC8B0D2-3691-46CB-A0EA-80E3BA1E965D}" dt="2025-06-18T07:13:27.583" v="1229"/>
          <ac:spMkLst>
            <pc:docMk/>
            <pc:sldMk cId="2947044443" sldId="299"/>
            <ac:spMk id="4" creationId="{305CC5D8-E1B1-4E89-81EB-2AFC5E26D449}"/>
          </ac:spMkLst>
        </pc:spChg>
        <pc:spChg chg="add mod">
          <ac:chgData name="Matteo TERRANOVA" userId="c2e25939-63f9-4900-8a6a-71ee696bea42" providerId="ADAL" clId="{4EC8B0D2-3691-46CB-A0EA-80E3BA1E965D}" dt="2025-06-18T10:14:49.160" v="1658" actId="14100"/>
          <ac:spMkLst>
            <pc:docMk/>
            <pc:sldMk cId="2947044443" sldId="299"/>
            <ac:spMk id="9" creationId="{1DDB4142-B19D-188D-AFCC-73C40B58FF7B}"/>
          </ac:spMkLst>
        </pc:spChg>
        <pc:spChg chg="add mod">
          <ac:chgData name="Matteo TERRANOVA" userId="c2e25939-63f9-4900-8a6a-71ee696bea42" providerId="ADAL" clId="{4EC8B0D2-3691-46CB-A0EA-80E3BA1E965D}" dt="2025-06-18T10:14:49.160" v="1658" actId="14100"/>
          <ac:spMkLst>
            <pc:docMk/>
            <pc:sldMk cId="2947044443" sldId="299"/>
            <ac:spMk id="11" creationId="{60101063-4DE2-F8FD-F936-7190798021E4}"/>
          </ac:spMkLst>
        </pc:spChg>
        <pc:spChg chg="add mod">
          <ac:chgData name="Matteo TERRANOVA" userId="c2e25939-63f9-4900-8a6a-71ee696bea42" providerId="ADAL" clId="{4EC8B0D2-3691-46CB-A0EA-80E3BA1E965D}" dt="2025-06-18T10:14:49.160" v="1658" actId="14100"/>
          <ac:spMkLst>
            <pc:docMk/>
            <pc:sldMk cId="2947044443" sldId="299"/>
            <ac:spMk id="13" creationId="{2776388E-4DA2-D435-8C84-B47D555CB61A}"/>
          </ac:spMkLst>
        </pc:spChg>
        <pc:spChg chg="add mod">
          <ac:chgData name="Matteo TERRANOVA" userId="c2e25939-63f9-4900-8a6a-71ee696bea42" providerId="ADAL" clId="{4EC8B0D2-3691-46CB-A0EA-80E3BA1E965D}" dt="2025-06-18T10:14:49.160" v="1658" actId="14100"/>
          <ac:spMkLst>
            <pc:docMk/>
            <pc:sldMk cId="2947044443" sldId="299"/>
            <ac:spMk id="15" creationId="{5229FFD9-634B-9D59-39E3-05656465AA2C}"/>
          </ac:spMkLst>
        </pc:spChg>
        <pc:spChg chg="mod">
          <ac:chgData name="Matteo TERRANOVA" userId="c2e25939-63f9-4900-8a6a-71ee696bea42" providerId="ADAL" clId="{4EC8B0D2-3691-46CB-A0EA-80E3BA1E965D}" dt="2025-06-18T07:13:50.940" v="1240" actId="6549"/>
          <ac:spMkLst>
            <pc:docMk/>
            <pc:sldMk cId="2947044443" sldId="299"/>
            <ac:spMk id="45" creationId="{C181C0A1-3BA3-4A4E-B57F-CF3A248903CC}"/>
          </ac:spMkLst>
        </pc:spChg>
        <pc:spChg chg="mod">
          <ac:chgData name="Matteo TERRANOVA" userId="c2e25939-63f9-4900-8a6a-71ee696bea42" providerId="ADAL" clId="{4EC8B0D2-3691-46CB-A0EA-80E3BA1E965D}" dt="2025-06-18T07:13:49.773" v="1239" actId="6549"/>
          <ac:spMkLst>
            <pc:docMk/>
            <pc:sldMk cId="2947044443" sldId="299"/>
            <ac:spMk id="46" creationId="{9FD81BB0-2710-4D09-8D46-776D0E822E2D}"/>
          </ac:spMkLst>
        </pc:spChg>
        <pc:spChg chg="mod">
          <ac:chgData name="Matteo TERRANOVA" userId="c2e25939-63f9-4900-8a6a-71ee696bea42" providerId="ADAL" clId="{4EC8B0D2-3691-46CB-A0EA-80E3BA1E965D}" dt="2025-06-18T07:14:17.402" v="1244"/>
          <ac:spMkLst>
            <pc:docMk/>
            <pc:sldMk cId="2947044443" sldId="299"/>
            <ac:spMk id="47" creationId="{C24F9C8F-8EDD-47EF-83F4-8B656854273A}"/>
          </ac:spMkLst>
        </pc:spChg>
        <pc:spChg chg="add del mod">
          <ac:chgData name="Matteo TERRANOVA" userId="c2e25939-63f9-4900-8a6a-71ee696bea42" providerId="ADAL" clId="{4EC8B0D2-3691-46CB-A0EA-80E3BA1E965D}" dt="2025-06-18T07:13:48.412" v="1238" actId="6549"/>
          <ac:spMkLst>
            <pc:docMk/>
            <pc:sldMk cId="2947044443" sldId="299"/>
            <ac:spMk id="48" creationId="{C2AE85C8-2AFD-4102-8DBA-96D59BF806EF}"/>
          </ac:spMkLst>
        </pc:spChg>
        <pc:spChg chg="mod">
          <ac:chgData name="Matteo TERRANOVA" userId="c2e25939-63f9-4900-8a6a-71ee696bea42" providerId="ADAL" clId="{4EC8B0D2-3691-46CB-A0EA-80E3BA1E965D}" dt="2025-06-18T07:13:43.527" v="1235" actId="6549"/>
          <ac:spMkLst>
            <pc:docMk/>
            <pc:sldMk cId="2947044443" sldId="299"/>
            <ac:spMk id="49" creationId="{343A04CE-6032-422F-A029-F22693E8DB00}"/>
          </ac:spMkLst>
        </pc:spChg>
        <pc:spChg chg="mod">
          <ac:chgData name="Matteo TERRANOVA" userId="c2e25939-63f9-4900-8a6a-71ee696bea42" providerId="ADAL" clId="{4EC8B0D2-3691-46CB-A0EA-80E3BA1E965D}" dt="2025-06-18T07:27:59.443" v="1490" actId="20577"/>
          <ac:spMkLst>
            <pc:docMk/>
            <pc:sldMk cId="2947044443" sldId="299"/>
            <ac:spMk id="50" creationId="{6970C107-D3B1-424C-9DB6-AFAB9E1EC26F}"/>
          </ac:spMkLst>
        </pc:spChg>
        <pc:spChg chg="mod">
          <ac:chgData name="Matteo TERRANOVA" userId="c2e25939-63f9-4900-8a6a-71ee696bea42" providerId="ADAL" clId="{4EC8B0D2-3691-46CB-A0EA-80E3BA1E965D}" dt="2025-06-18T07:28:18.255" v="1493"/>
          <ac:spMkLst>
            <pc:docMk/>
            <pc:sldMk cId="2947044443" sldId="299"/>
            <ac:spMk id="51" creationId="{E2A48609-21DA-44D7-BD61-98D341195DD7}"/>
          </ac:spMkLst>
        </pc:spChg>
        <pc:spChg chg="mod">
          <ac:chgData name="Matteo TERRANOVA" userId="c2e25939-63f9-4900-8a6a-71ee696bea42" providerId="ADAL" clId="{4EC8B0D2-3691-46CB-A0EA-80E3BA1E965D}" dt="2025-06-18T07:28:50.950" v="1495"/>
          <ac:spMkLst>
            <pc:docMk/>
            <pc:sldMk cId="2947044443" sldId="299"/>
            <ac:spMk id="52" creationId="{C6797DD3-3515-44C5-8C72-A665A8468B0A}"/>
          </ac:spMkLst>
        </pc:spChg>
        <pc:picChg chg="add mod">
          <ac:chgData name="Matteo TERRANOVA" userId="c2e25939-63f9-4900-8a6a-71ee696bea42" providerId="ADAL" clId="{4EC8B0D2-3691-46CB-A0EA-80E3BA1E965D}" dt="2025-06-18T07:14:04.395" v="1242" actId="1076"/>
          <ac:picMkLst>
            <pc:docMk/>
            <pc:sldMk cId="2947044443" sldId="299"/>
            <ac:picMk id="2" creationId="{46A4728E-14B6-39BC-C1BA-B1B19CAE024C}"/>
          </ac:picMkLst>
        </pc:picChg>
        <pc:picChg chg="add mod">
          <ac:chgData name="Matteo TERRANOVA" userId="c2e25939-63f9-4900-8a6a-71ee696bea42" providerId="ADAL" clId="{4EC8B0D2-3691-46CB-A0EA-80E3BA1E965D}" dt="2025-06-18T07:14:56.843" v="1250" actId="1076"/>
          <ac:picMkLst>
            <pc:docMk/>
            <pc:sldMk cId="2947044443" sldId="299"/>
            <ac:picMk id="5" creationId="{EDA2D8EA-F1DB-5219-A337-AC4027386D4A}"/>
          </ac:picMkLst>
        </pc:picChg>
        <pc:picChg chg="add mod">
          <ac:chgData name="Matteo TERRANOVA" userId="c2e25939-63f9-4900-8a6a-71ee696bea42" providerId="ADAL" clId="{4EC8B0D2-3691-46CB-A0EA-80E3BA1E965D}" dt="2025-06-18T07:27:31.104" v="1466" actId="1076"/>
          <ac:picMkLst>
            <pc:docMk/>
            <pc:sldMk cId="2947044443" sldId="299"/>
            <ac:picMk id="6" creationId="{BD597137-3852-4DEF-D774-2CC8EF733F19}"/>
          </ac:picMkLst>
        </pc:picChg>
        <pc:picChg chg="add mod">
          <ac:chgData name="Matteo TERRANOVA" userId="c2e25939-63f9-4900-8a6a-71ee696bea42" providerId="ADAL" clId="{4EC8B0D2-3691-46CB-A0EA-80E3BA1E965D}" dt="2025-06-18T07:27:42.444" v="1470" actId="1076"/>
          <ac:picMkLst>
            <pc:docMk/>
            <pc:sldMk cId="2947044443" sldId="299"/>
            <ac:picMk id="7" creationId="{F80C8267-C6AE-342C-02BF-05F23F9CCD00}"/>
          </ac:picMkLst>
        </pc:picChg>
        <pc:picChg chg="mod">
          <ac:chgData name="Matteo TERRANOVA" userId="c2e25939-63f9-4900-8a6a-71ee696bea42" providerId="ADAL" clId="{4EC8B0D2-3691-46CB-A0EA-80E3BA1E965D}" dt="2025-06-18T07:27:38.478" v="1469" actId="1076"/>
          <ac:picMkLst>
            <pc:docMk/>
            <pc:sldMk cId="2947044443" sldId="299"/>
            <ac:picMk id="16" creationId="{3B0CBD12-A825-4391-872F-63C83DC69565}"/>
          </ac:picMkLst>
        </pc:picChg>
      </pc:sldChg>
      <pc:sldChg chg="addSp delSp modSp add mod modTransition">
        <pc:chgData name="Matteo TERRANOVA" userId="c2e25939-63f9-4900-8a6a-71ee696bea42" providerId="ADAL" clId="{4EC8B0D2-3691-46CB-A0EA-80E3BA1E965D}" dt="2025-06-18T11:26:20.587" v="3255"/>
        <pc:sldMkLst>
          <pc:docMk/>
          <pc:sldMk cId="3154973653" sldId="300"/>
        </pc:sldMkLst>
        <pc:spChg chg="add mod">
          <ac:chgData name="Matteo TERRANOVA" userId="c2e25939-63f9-4900-8a6a-71ee696bea42" providerId="ADAL" clId="{4EC8B0D2-3691-46CB-A0EA-80E3BA1E965D}" dt="2025-06-18T07:27:13.274" v="1464" actId="14100"/>
          <ac:spMkLst>
            <pc:docMk/>
            <pc:sldMk cId="3154973653" sldId="300"/>
            <ac:spMk id="6" creationId="{27826443-D579-1D1E-4EC3-355B509CC3EA}"/>
          </ac:spMkLst>
        </pc:spChg>
        <pc:spChg chg="mod">
          <ac:chgData name="Matteo TERRANOVA" userId="c2e25939-63f9-4900-8a6a-71ee696bea42" providerId="ADAL" clId="{4EC8B0D2-3691-46CB-A0EA-80E3BA1E965D}" dt="2025-06-18T07:21:17.958" v="1267" actId="20577"/>
          <ac:spMkLst>
            <pc:docMk/>
            <pc:sldMk cId="3154973653" sldId="300"/>
            <ac:spMk id="22" creationId="{80165EDC-49DD-AF2A-5B0A-A55CB8E13967}"/>
          </ac:spMkLst>
        </pc:spChg>
      </pc:sldChg>
      <pc:sldChg chg="modSp add mod modTransition">
        <pc:chgData name="Matteo TERRANOVA" userId="c2e25939-63f9-4900-8a6a-71ee696bea42" providerId="ADAL" clId="{4EC8B0D2-3691-46CB-A0EA-80E3BA1E965D}" dt="2025-06-18T11:26:20.587" v="3255"/>
        <pc:sldMkLst>
          <pc:docMk/>
          <pc:sldMk cId="205459585" sldId="301"/>
        </pc:sldMkLst>
        <pc:spChg chg="mod">
          <ac:chgData name="Matteo TERRANOVA" userId="c2e25939-63f9-4900-8a6a-71ee696bea42" providerId="ADAL" clId="{4EC8B0D2-3691-46CB-A0EA-80E3BA1E965D}" dt="2025-06-18T10:15:23.999" v="1922" actId="1035"/>
          <ac:spMkLst>
            <pc:docMk/>
            <pc:sldMk cId="205459585" sldId="301"/>
            <ac:spMk id="3" creationId="{25910F06-90F8-52FF-5230-0EB3DC775128}"/>
          </ac:spMkLst>
        </pc:spChg>
        <pc:spChg chg="mod">
          <ac:chgData name="Matteo TERRANOVA" userId="c2e25939-63f9-4900-8a6a-71ee696bea42" providerId="ADAL" clId="{4EC8B0D2-3691-46CB-A0EA-80E3BA1E965D}" dt="2025-06-18T10:17:06.505" v="2052" actId="554"/>
          <ac:spMkLst>
            <pc:docMk/>
            <pc:sldMk cId="205459585" sldId="301"/>
            <ac:spMk id="9" creationId="{97E3E518-F646-760B-F9A3-F1A4B2400549}"/>
          </ac:spMkLst>
        </pc:spChg>
        <pc:spChg chg="mod">
          <ac:chgData name="Matteo TERRANOVA" userId="c2e25939-63f9-4900-8a6a-71ee696bea42" providerId="ADAL" clId="{4EC8B0D2-3691-46CB-A0EA-80E3BA1E965D}" dt="2025-06-18T10:17:06.505" v="2052" actId="554"/>
          <ac:spMkLst>
            <pc:docMk/>
            <pc:sldMk cId="205459585" sldId="301"/>
            <ac:spMk id="11" creationId="{B2FFC368-4A5F-2C92-A225-C7E1858164F7}"/>
          </ac:spMkLst>
        </pc:spChg>
        <pc:spChg chg="mod">
          <ac:chgData name="Matteo TERRANOVA" userId="c2e25939-63f9-4900-8a6a-71ee696bea42" providerId="ADAL" clId="{4EC8B0D2-3691-46CB-A0EA-80E3BA1E965D}" dt="2025-06-18T10:17:06.505" v="2052" actId="554"/>
          <ac:spMkLst>
            <pc:docMk/>
            <pc:sldMk cId="205459585" sldId="301"/>
            <ac:spMk id="13" creationId="{E686E0F1-9ED3-4125-EE75-272450690FC0}"/>
          </ac:spMkLst>
        </pc:spChg>
        <pc:spChg chg="mod">
          <ac:chgData name="Matteo TERRANOVA" userId="c2e25939-63f9-4900-8a6a-71ee696bea42" providerId="ADAL" clId="{4EC8B0D2-3691-46CB-A0EA-80E3BA1E965D}" dt="2025-06-18T10:17:06.505" v="2052" actId="554"/>
          <ac:spMkLst>
            <pc:docMk/>
            <pc:sldMk cId="205459585" sldId="301"/>
            <ac:spMk id="15" creationId="{A22BA9A3-707B-9465-0F5E-F5B0A5CBBC87}"/>
          </ac:spMkLst>
        </pc:spChg>
        <pc:spChg chg="mod">
          <ac:chgData name="Matteo TERRANOVA" userId="c2e25939-63f9-4900-8a6a-71ee696bea42" providerId="ADAL" clId="{4EC8B0D2-3691-46CB-A0EA-80E3BA1E965D}" dt="2025-06-18T10:15:23.999" v="1922" actId="1035"/>
          <ac:spMkLst>
            <pc:docMk/>
            <pc:sldMk cId="205459585" sldId="301"/>
            <ac:spMk id="46" creationId="{5798C34C-701D-BCD0-30EB-662FA28AA304}"/>
          </ac:spMkLst>
        </pc:spChg>
        <pc:spChg chg="mod">
          <ac:chgData name="Matteo TERRANOVA" userId="c2e25939-63f9-4900-8a6a-71ee696bea42" providerId="ADAL" clId="{4EC8B0D2-3691-46CB-A0EA-80E3BA1E965D}" dt="2025-06-18T10:15:23.999" v="1922" actId="1035"/>
          <ac:spMkLst>
            <pc:docMk/>
            <pc:sldMk cId="205459585" sldId="301"/>
            <ac:spMk id="48" creationId="{C374EDE3-F0D3-949E-C715-03149E64F03E}"/>
          </ac:spMkLst>
        </pc:spChg>
        <pc:spChg chg="mod">
          <ac:chgData name="Matteo TERRANOVA" userId="c2e25939-63f9-4900-8a6a-71ee696bea42" providerId="ADAL" clId="{4EC8B0D2-3691-46CB-A0EA-80E3BA1E965D}" dt="2025-06-18T10:15:23.999" v="1922" actId="1035"/>
          <ac:spMkLst>
            <pc:docMk/>
            <pc:sldMk cId="205459585" sldId="301"/>
            <ac:spMk id="49" creationId="{2EF77163-BD89-737D-8FA5-65127595EF75}"/>
          </ac:spMkLst>
        </pc:spChg>
        <pc:spChg chg="mod">
          <ac:chgData name="Matteo TERRANOVA" userId="c2e25939-63f9-4900-8a6a-71ee696bea42" providerId="ADAL" clId="{4EC8B0D2-3691-46CB-A0EA-80E3BA1E965D}" dt="2025-06-18T10:15:23.999" v="1922" actId="1035"/>
          <ac:spMkLst>
            <pc:docMk/>
            <pc:sldMk cId="205459585" sldId="301"/>
            <ac:spMk id="50" creationId="{A3B4CBE4-56C8-BAAC-820B-6CB0C910FE52}"/>
          </ac:spMkLst>
        </pc:spChg>
        <pc:spChg chg="mod">
          <ac:chgData name="Matteo TERRANOVA" userId="c2e25939-63f9-4900-8a6a-71ee696bea42" providerId="ADAL" clId="{4EC8B0D2-3691-46CB-A0EA-80E3BA1E965D}" dt="2025-06-18T10:15:23.999" v="1922" actId="1035"/>
          <ac:spMkLst>
            <pc:docMk/>
            <pc:sldMk cId="205459585" sldId="301"/>
            <ac:spMk id="51" creationId="{1DA39FE3-ABC0-7199-15D7-BD39A1C32F2C}"/>
          </ac:spMkLst>
        </pc:spChg>
        <pc:spChg chg="mod">
          <ac:chgData name="Matteo TERRANOVA" userId="c2e25939-63f9-4900-8a6a-71ee696bea42" providerId="ADAL" clId="{4EC8B0D2-3691-46CB-A0EA-80E3BA1E965D}" dt="2025-06-18T10:15:23.999" v="1922" actId="1035"/>
          <ac:spMkLst>
            <pc:docMk/>
            <pc:sldMk cId="205459585" sldId="301"/>
            <ac:spMk id="52" creationId="{72E5AF0E-4D2E-2131-7559-38D2182558E2}"/>
          </ac:spMkLst>
        </pc:spChg>
        <pc:picChg chg="mod">
          <ac:chgData name="Matteo TERRANOVA" userId="c2e25939-63f9-4900-8a6a-71ee696bea42" providerId="ADAL" clId="{4EC8B0D2-3691-46CB-A0EA-80E3BA1E965D}" dt="2025-06-18T10:15:23.999" v="1922" actId="1035"/>
          <ac:picMkLst>
            <pc:docMk/>
            <pc:sldMk cId="205459585" sldId="301"/>
            <ac:picMk id="5" creationId="{1237B0EE-2E3B-1960-4D23-E1C0D02149C6}"/>
          </ac:picMkLst>
        </pc:picChg>
        <pc:picChg chg="mod">
          <ac:chgData name="Matteo TERRANOVA" userId="c2e25939-63f9-4900-8a6a-71ee696bea42" providerId="ADAL" clId="{4EC8B0D2-3691-46CB-A0EA-80E3BA1E965D}" dt="2025-06-18T10:15:23.999" v="1922" actId="1035"/>
          <ac:picMkLst>
            <pc:docMk/>
            <pc:sldMk cId="205459585" sldId="301"/>
            <ac:picMk id="6" creationId="{72E5C439-741B-7C88-5D53-D01FCC419EB2}"/>
          </ac:picMkLst>
        </pc:picChg>
        <pc:picChg chg="mod">
          <ac:chgData name="Matteo TERRANOVA" userId="c2e25939-63f9-4900-8a6a-71ee696bea42" providerId="ADAL" clId="{4EC8B0D2-3691-46CB-A0EA-80E3BA1E965D}" dt="2025-06-18T10:15:23.999" v="1922" actId="1035"/>
          <ac:picMkLst>
            <pc:docMk/>
            <pc:sldMk cId="205459585" sldId="301"/>
            <ac:picMk id="7" creationId="{1FF8D8D2-DBEF-8CBC-645D-DA723D36A2E0}"/>
          </ac:picMkLst>
        </pc:picChg>
      </pc:sldChg>
      <pc:sldChg chg="modSp add del mod">
        <pc:chgData name="Matteo TERRANOVA" userId="c2e25939-63f9-4900-8a6a-71ee696bea42" providerId="ADAL" clId="{4EC8B0D2-3691-46CB-A0EA-80E3BA1E965D}" dt="2025-06-18T10:14:52.576" v="1659" actId="47"/>
        <pc:sldMkLst>
          <pc:docMk/>
          <pc:sldMk cId="269869489" sldId="301"/>
        </pc:sldMkLst>
      </pc:sldChg>
      <pc:sldChg chg="add del">
        <pc:chgData name="Matteo TERRANOVA" userId="c2e25939-63f9-4900-8a6a-71ee696bea42" providerId="ADAL" clId="{4EC8B0D2-3691-46CB-A0EA-80E3BA1E965D}" dt="2025-06-18T07:30:06.690" v="1500" actId="47"/>
        <pc:sldMkLst>
          <pc:docMk/>
          <pc:sldMk cId="2797203307" sldId="301"/>
        </pc:sldMkLst>
      </pc:sldChg>
      <pc:sldChg chg="add del">
        <pc:chgData name="Matteo TERRANOVA" userId="c2e25939-63f9-4900-8a6a-71ee696bea42" providerId="ADAL" clId="{4EC8B0D2-3691-46CB-A0EA-80E3BA1E965D}" dt="2025-06-18T10:15:37.869" v="1924" actId="47"/>
        <pc:sldMkLst>
          <pc:docMk/>
          <pc:sldMk cId="2557404533" sldId="302"/>
        </pc:sldMkLst>
      </pc:sldChg>
      <pc:sldChg chg="modSp add mod ord modTransition">
        <pc:chgData name="Matteo TERRANOVA" userId="c2e25939-63f9-4900-8a6a-71ee696bea42" providerId="ADAL" clId="{4EC8B0D2-3691-46CB-A0EA-80E3BA1E965D}" dt="2025-06-18T11:26:20.587" v="3255"/>
        <pc:sldMkLst>
          <pc:docMk/>
          <pc:sldMk cId="4085237907" sldId="302"/>
        </pc:sldMkLst>
        <pc:spChg chg="mod">
          <ac:chgData name="Matteo TERRANOVA" userId="c2e25939-63f9-4900-8a6a-71ee696bea42" providerId="ADAL" clId="{4EC8B0D2-3691-46CB-A0EA-80E3BA1E965D}" dt="2025-06-18T10:18:08.972" v="2479" actId="1035"/>
          <ac:spMkLst>
            <pc:docMk/>
            <pc:sldMk cId="4085237907" sldId="302"/>
            <ac:spMk id="3" creationId="{F8A27509-5576-727F-C518-7C22913720D4}"/>
          </ac:spMkLst>
        </pc:spChg>
        <pc:spChg chg="mod">
          <ac:chgData name="Matteo TERRANOVA" userId="c2e25939-63f9-4900-8a6a-71ee696bea42" providerId="ADAL" clId="{4EC8B0D2-3691-46CB-A0EA-80E3BA1E965D}" dt="2025-06-18T10:16:54.965" v="2051" actId="554"/>
          <ac:spMkLst>
            <pc:docMk/>
            <pc:sldMk cId="4085237907" sldId="302"/>
            <ac:spMk id="9" creationId="{02BD2AC9-E89F-C1C9-E377-1774D1166CE7}"/>
          </ac:spMkLst>
        </pc:spChg>
        <pc:spChg chg="mod">
          <ac:chgData name="Matteo TERRANOVA" userId="c2e25939-63f9-4900-8a6a-71ee696bea42" providerId="ADAL" clId="{4EC8B0D2-3691-46CB-A0EA-80E3BA1E965D}" dt="2025-06-18T10:17:50.086" v="2401" actId="1037"/>
          <ac:spMkLst>
            <pc:docMk/>
            <pc:sldMk cId="4085237907" sldId="302"/>
            <ac:spMk id="11" creationId="{231222D3-236C-9151-8229-661D488839F9}"/>
          </ac:spMkLst>
        </pc:spChg>
        <pc:spChg chg="mod">
          <ac:chgData name="Matteo TERRANOVA" userId="c2e25939-63f9-4900-8a6a-71ee696bea42" providerId="ADAL" clId="{4EC8B0D2-3691-46CB-A0EA-80E3BA1E965D}" dt="2025-06-18T10:17:42.300" v="2322" actId="1037"/>
          <ac:spMkLst>
            <pc:docMk/>
            <pc:sldMk cId="4085237907" sldId="302"/>
            <ac:spMk id="13" creationId="{EEF55DC3-8055-B6D2-EAEC-ED9056ADB5C3}"/>
          </ac:spMkLst>
        </pc:spChg>
        <pc:spChg chg="mod">
          <ac:chgData name="Matteo TERRANOVA" userId="c2e25939-63f9-4900-8a6a-71ee696bea42" providerId="ADAL" clId="{4EC8B0D2-3691-46CB-A0EA-80E3BA1E965D}" dt="2025-06-18T10:17:37.350" v="2262" actId="1037"/>
          <ac:spMkLst>
            <pc:docMk/>
            <pc:sldMk cId="4085237907" sldId="302"/>
            <ac:spMk id="15" creationId="{FFFF1ABA-F525-1890-49B7-5C2F7D2B10B8}"/>
          </ac:spMkLst>
        </pc:spChg>
        <pc:spChg chg="mod">
          <ac:chgData name="Matteo TERRANOVA" userId="c2e25939-63f9-4900-8a6a-71ee696bea42" providerId="ADAL" clId="{4EC8B0D2-3691-46CB-A0EA-80E3BA1E965D}" dt="2025-06-18T10:16:39.266" v="2050" actId="1037"/>
          <ac:spMkLst>
            <pc:docMk/>
            <pc:sldMk cId="4085237907" sldId="302"/>
            <ac:spMk id="45" creationId="{2EDAC73F-228A-EA6B-B745-445947415E3B}"/>
          </ac:spMkLst>
        </pc:spChg>
        <pc:spChg chg="mod modVis">
          <ac:chgData name="Matteo TERRANOVA" userId="c2e25939-63f9-4900-8a6a-71ee696bea42" providerId="ADAL" clId="{4EC8B0D2-3691-46CB-A0EA-80E3BA1E965D}" dt="2025-06-18T10:17:12.454" v="2053" actId="33935"/>
          <ac:spMkLst>
            <pc:docMk/>
            <pc:sldMk cId="4085237907" sldId="302"/>
            <ac:spMk id="46" creationId="{C148CD3D-87AF-36CD-818A-9059033F462C}"/>
          </ac:spMkLst>
        </pc:spChg>
        <pc:spChg chg="mod">
          <ac:chgData name="Matteo TERRANOVA" userId="c2e25939-63f9-4900-8a6a-71ee696bea42" providerId="ADAL" clId="{4EC8B0D2-3691-46CB-A0EA-80E3BA1E965D}" dt="2025-06-18T10:16:39.266" v="2050" actId="1037"/>
          <ac:spMkLst>
            <pc:docMk/>
            <pc:sldMk cId="4085237907" sldId="302"/>
            <ac:spMk id="47" creationId="{C35B3093-7DB8-F8A3-1B3F-46F529361884}"/>
          </ac:spMkLst>
        </pc:spChg>
        <pc:spChg chg="mod modVis">
          <ac:chgData name="Matteo TERRANOVA" userId="c2e25939-63f9-4900-8a6a-71ee696bea42" providerId="ADAL" clId="{4EC8B0D2-3691-46CB-A0EA-80E3BA1E965D}" dt="2025-06-18T10:17:26.325" v="2106" actId="1036"/>
          <ac:spMkLst>
            <pc:docMk/>
            <pc:sldMk cId="4085237907" sldId="302"/>
            <ac:spMk id="48" creationId="{963CA0B0-4B61-EC12-31C7-BAE0D08014B9}"/>
          </ac:spMkLst>
        </pc:spChg>
        <pc:spChg chg="mod modVis">
          <ac:chgData name="Matteo TERRANOVA" userId="c2e25939-63f9-4900-8a6a-71ee696bea42" providerId="ADAL" clId="{4EC8B0D2-3691-46CB-A0EA-80E3BA1E965D}" dt="2025-06-18T10:17:26.325" v="2106" actId="1036"/>
          <ac:spMkLst>
            <pc:docMk/>
            <pc:sldMk cId="4085237907" sldId="302"/>
            <ac:spMk id="49" creationId="{D7BFF7A7-3132-EB1C-25DA-C4CA39E11C7B}"/>
          </ac:spMkLst>
        </pc:spChg>
        <pc:spChg chg="mod modVis">
          <ac:chgData name="Matteo TERRANOVA" userId="c2e25939-63f9-4900-8a6a-71ee696bea42" providerId="ADAL" clId="{4EC8B0D2-3691-46CB-A0EA-80E3BA1E965D}" dt="2025-06-18T10:17:12.454" v="2053" actId="33935"/>
          <ac:spMkLst>
            <pc:docMk/>
            <pc:sldMk cId="4085237907" sldId="302"/>
            <ac:spMk id="50" creationId="{28A96D50-AB42-E226-5211-1D33A7ABDE93}"/>
          </ac:spMkLst>
        </pc:spChg>
        <pc:spChg chg="mod modVis">
          <ac:chgData name="Matteo TERRANOVA" userId="c2e25939-63f9-4900-8a6a-71ee696bea42" providerId="ADAL" clId="{4EC8B0D2-3691-46CB-A0EA-80E3BA1E965D}" dt="2025-06-18T10:17:26.325" v="2106" actId="1036"/>
          <ac:spMkLst>
            <pc:docMk/>
            <pc:sldMk cId="4085237907" sldId="302"/>
            <ac:spMk id="51" creationId="{25FE606A-E9C5-898F-563E-6D48D9CE3A6E}"/>
          </ac:spMkLst>
        </pc:spChg>
        <pc:spChg chg="mod modVis">
          <ac:chgData name="Matteo TERRANOVA" userId="c2e25939-63f9-4900-8a6a-71ee696bea42" providerId="ADAL" clId="{4EC8B0D2-3691-46CB-A0EA-80E3BA1E965D}" dt="2025-06-18T10:17:26.325" v="2106" actId="1036"/>
          <ac:spMkLst>
            <pc:docMk/>
            <pc:sldMk cId="4085237907" sldId="302"/>
            <ac:spMk id="52" creationId="{7EC87FB6-AE26-16E6-04B0-9A7010E57735}"/>
          </ac:spMkLst>
        </pc:spChg>
        <pc:picChg chg="mod">
          <ac:chgData name="Matteo TERRANOVA" userId="c2e25939-63f9-4900-8a6a-71ee696bea42" providerId="ADAL" clId="{4EC8B0D2-3691-46CB-A0EA-80E3BA1E965D}" dt="2025-06-18T10:16:39.266" v="2050" actId="1037"/>
          <ac:picMkLst>
            <pc:docMk/>
            <pc:sldMk cId="4085237907" sldId="302"/>
            <ac:picMk id="2" creationId="{9C261E98-AF9B-B03A-8FA0-9C8D21D5B24D}"/>
          </ac:picMkLst>
        </pc:picChg>
        <pc:picChg chg="mod modVis">
          <ac:chgData name="Matteo TERRANOVA" userId="c2e25939-63f9-4900-8a6a-71ee696bea42" providerId="ADAL" clId="{4EC8B0D2-3691-46CB-A0EA-80E3BA1E965D}" dt="2025-06-18T10:17:12.454" v="2053" actId="33935"/>
          <ac:picMkLst>
            <pc:docMk/>
            <pc:sldMk cId="4085237907" sldId="302"/>
            <ac:picMk id="5" creationId="{DCB3C387-76EB-FA41-AA01-CD3DCC99F50F}"/>
          </ac:picMkLst>
        </pc:picChg>
        <pc:picChg chg="mod modVis">
          <ac:chgData name="Matteo TERRANOVA" userId="c2e25939-63f9-4900-8a6a-71ee696bea42" providerId="ADAL" clId="{4EC8B0D2-3691-46CB-A0EA-80E3BA1E965D}" dt="2025-06-18T10:17:26.325" v="2106" actId="1036"/>
          <ac:picMkLst>
            <pc:docMk/>
            <pc:sldMk cId="4085237907" sldId="302"/>
            <ac:picMk id="6" creationId="{8DB5F7E2-4898-381C-BDE0-BA8AE79FD0DA}"/>
          </ac:picMkLst>
        </pc:picChg>
        <pc:picChg chg="mod modVis">
          <ac:chgData name="Matteo TERRANOVA" userId="c2e25939-63f9-4900-8a6a-71ee696bea42" providerId="ADAL" clId="{4EC8B0D2-3691-46CB-A0EA-80E3BA1E965D}" dt="2025-06-18T10:17:26.325" v="2106" actId="1036"/>
          <ac:picMkLst>
            <pc:docMk/>
            <pc:sldMk cId="4085237907" sldId="302"/>
            <ac:picMk id="7" creationId="{B9E7652B-C154-296E-7A8B-862C76A75CBF}"/>
          </ac:picMkLst>
        </pc:picChg>
        <pc:picChg chg="mod">
          <ac:chgData name="Matteo TERRANOVA" userId="c2e25939-63f9-4900-8a6a-71ee696bea42" providerId="ADAL" clId="{4EC8B0D2-3691-46CB-A0EA-80E3BA1E965D}" dt="2025-06-18T10:17:14.931" v="2055" actId="1076"/>
          <ac:picMkLst>
            <pc:docMk/>
            <pc:sldMk cId="4085237907" sldId="302"/>
            <ac:picMk id="16" creationId="{80537F9B-42BD-AA85-C422-8B13CD53C3C9}"/>
          </ac:picMkLst>
        </pc:picChg>
      </pc:sldChg>
      <pc:sldChg chg="modSp add mod modTransition">
        <pc:chgData name="Matteo TERRANOVA" userId="c2e25939-63f9-4900-8a6a-71ee696bea42" providerId="ADAL" clId="{4EC8B0D2-3691-46CB-A0EA-80E3BA1E965D}" dt="2025-06-18T11:26:20.587" v="3255"/>
        <pc:sldMkLst>
          <pc:docMk/>
          <pc:sldMk cId="602641015" sldId="303"/>
        </pc:sldMkLst>
        <pc:spChg chg="mod modVis">
          <ac:chgData name="Matteo TERRANOVA" userId="c2e25939-63f9-4900-8a6a-71ee696bea42" providerId="ADAL" clId="{4EC8B0D2-3691-46CB-A0EA-80E3BA1E965D}" dt="2025-06-18T11:25:10.994" v="2792" actId="14430"/>
          <ac:spMkLst>
            <pc:docMk/>
            <pc:sldMk cId="602641015" sldId="303"/>
            <ac:spMk id="9" creationId="{68E8F5BE-7E9A-BED5-0F91-6A91B3CB1FC5}"/>
          </ac:spMkLst>
        </pc:spChg>
        <pc:spChg chg="mod">
          <ac:chgData name="Matteo TERRANOVA" userId="c2e25939-63f9-4900-8a6a-71ee696bea42" providerId="ADAL" clId="{4EC8B0D2-3691-46CB-A0EA-80E3BA1E965D}" dt="2025-06-18T10:18:44.357" v="2659" actId="1037"/>
          <ac:spMkLst>
            <pc:docMk/>
            <pc:sldMk cId="602641015" sldId="303"/>
            <ac:spMk id="11" creationId="{D3BEA9EB-AE39-3E9E-6211-8035350130BC}"/>
          </ac:spMkLst>
        </pc:spChg>
        <pc:spChg chg="mod">
          <ac:chgData name="Matteo TERRANOVA" userId="c2e25939-63f9-4900-8a6a-71ee696bea42" providerId="ADAL" clId="{4EC8B0D2-3691-46CB-A0EA-80E3BA1E965D}" dt="2025-06-18T11:25:17.802" v="2926" actId="1037"/>
          <ac:spMkLst>
            <pc:docMk/>
            <pc:sldMk cId="602641015" sldId="303"/>
            <ac:spMk id="13" creationId="{3FC293F0-EB14-4A04-43C0-91D3B4043346}"/>
          </ac:spMkLst>
        </pc:spChg>
        <pc:spChg chg="mod">
          <ac:chgData name="Matteo TERRANOVA" userId="c2e25939-63f9-4900-8a6a-71ee696bea42" providerId="ADAL" clId="{4EC8B0D2-3691-46CB-A0EA-80E3BA1E965D}" dt="2025-06-18T10:18:44.357" v="2659" actId="1037"/>
          <ac:spMkLst>
            <pc:docMk/>
            <pc:sldMk cId="602641015" sldId="303"/>
            <ac:spMk id="46" creationId="{CD73B491-EF81-475D-F6F2-6132F2091DD0}"/>
          </ac:spMkLst>
        </pc:spChg>
        <pc:spChg chg="mod modVis">
          <ac:chgData name="Matteo TERRANOVA" userId="c2e25939-63f9-4900-8a6a-71ee696bea42" providerId="ADAL" clId="{4EC8B0D2-3691-46CB-A0EA-80E3BA1E965D}" dt="2025-06-18T10:18:51.180" v="2660" actId="33935"/>
          <ac:spMkLst>
            <pc:docMk/>
            <pc:sldMk cId="602641015" sldId="303"/>
            <ac:spMk id="48" creationId="{F56D239E-142B-B92E-14BB-B953446B9466}"/>
          </ac:spMkLst>
        </pc:spChg>
        <pc:spChg chg="mod">
          <ac:chgData name="Matteo TERRANOVA" userId="c2e25939-63f9-4900-8a6a-71ee696bea42" providerId="ADAL" clId="{4EC8B0D2-3691-46CB-A0EA-80E3BA1E965D}" dt="2025-06-18T10:18:26.757" v="2481" actId="1035"/>
          <ac:spMkLst>
            <pc:docMk/>
            <pc:sldMk cId="602641015" sldId="303"/>
            <ac:spMk id="49" creationId="{2294E75D-434D-4498-1A7E-8AF6CCEA3A4D}"/>
          </ac:spMkLst>
        </pc:spChg>
        <pc:spChg chg="mod">
          <ac:chgData name="Matteo TERRANOVA" userId="c2e25939-63f9-4900-8a6a-71ee696bea42" providerId="ADAL" clId="{4EC8B0D2-3691-46CB-A0EA-80E3BA1E965D}" dt="2025-06-18T10:18:44.357" v="2659" actId="1037"/>
          <ac:spMkLst>
            <pc:docMk/>
            <pc:sldMk cId="602641015" sldId="303"/>
            <ac:spMk id="50" creationId="{E74AAC8D-AF00-BDA1-C1D4-8C65D1D015C7}"/>
          </ac:spMkLst>
        </pc:spChg>
        <pc:spChg chg="mod modVis">
          <ac:chgData name="Matteo TERRANOVA" userId="c2e25939-63f9-4900-8a6a-71ee696bea42" providerId="ADAL" clId="{4EC8B0D2-3691-46CB-A0EA-80E3BA1E965D}" dt="2025-06-18T10:18:51.180" v="2660" actId="33935"/>
          <ac:spMkLst>
            <pc:docMk/>
            <pc:sldMk cId="602641015" sldId="303"/>
            <ac:spMk id="51" creationId="{71E41858-4086-8BFD-1F04-E8D28677515A}"/>
          </ac:spMkLst>
        </pc:spChg>
        <pc:spChg chg="mod">
          <ac:chgData name="Matteo TERRANOVA" userId="c2e25939-63f9-4900-8a6a-71ee696bea42" providerId="ADAL" clId="{4EC8B0D2-3691-46CB-A0EA-80E3BA1E965D}" dt="2025-06-18T10:18:26.757" v="2481" actId="1035"/>
          <ac:spMkLst>
            <pc:docMk/>
            <pc:sldMk cId="602641015" sldId="303"/>
            <ac:spMk id="52" creationId="{44EA2961-063C-375B-D998-8FEC8D234C6A}"/>
          </ac:spMkLst>
        </pc:spChg>
        <pc:picChg chg="mod">
          <ac:chgData name="Matteo TERRANOVA" userId="c2e25939-63f9-4900-8a6a-71ee696bea42" providerId="ADAL" clId="{4EC8B0D2-3691-46CB-A0EA-80E3BA1E965D}" dt="2025-06-18T10:18:44.357" v="2659" actId="1037"/>
          <ac:picMkLst>
            <pc:docMk/>
            <pc:sldMk cId="602641015" sldId="303"/>
            <ac:picMk id="5" creationId="{82D2921D-EA8E-892E-4F9D-578417224B24}"/>
          </ac:picMkLst>
        </pc:picChg>
        <pc:picChg chg="mod modVis">
          <ac:chgData name="Matteo TERRANOVA" userId="c2e25939-63f9-4900-8a6a-71ee696bea42" providerId="ADAL" clId="{4EC8B0D2-3691-46CB-A0EA-80E3BA1E965D}" dt="2025-06-18T10:18:51.180" v="2660" actId="33935"/>
          <ac:picMkLst>
            <pc:docMk/>
            <pc:sldMk cId="602641015" sldId="303"/>
            <ac:picMk id="6" creationId="{E37C7466-34FC-E802-9545-121BDFBD269E}"/>
          </ac:picMkLst>
        </pc:picChg>
        <pc:picChg chg="mod">
          <ac:chgData name="Matteo TERRANOVA" userId="c2e25939-63f9-4900-8a6a-71ee696bea42" providerId="ADAL" clId="{4EC8B0D2-3691-46CB-A0EA-80E3BA1E965D}" dt="2025-06-18T10:18:26.757" v="2481" actId="1035"/>
          <ac:picMkLst>
            <pc:docMk/>
            <pc:sldMk cId="602641015" sldId="303"/>
            <ac:picMk id="7" creationId="{88840CC0-E3D1-1E44-24F3-0D8F748E72A8}"/>
          </ac:picMkLst>
        </pc:picChg>
      </pc:sldChg>
      <pc:sldChg chg="modSp add mod modTransition">
        <pc:chgData name="Matteo TERRANOVA" userId="c2e25939-63f9-4900-8a6a-71ee696bea42" providerId="ADAL" clId="{4EC8B0D2-3691-46CB-A0EA-80E3BA1E965D}" dt="2025-06-18T11:26:20.587" v="3255"/>
        <pc:sldMkLst>
          <pc:docMk/>
          <pc:sldMk cId="1782630564" sldId="304"/>
        </pc:sldMkLst>
        <pc:spChg chg="mod modVis">
          <ac:chgData name="Matteo TERRANOVA" userId="c2e25939-63f9-4900-8a6a-71ee696bea42" providerId="ADAL" clId="{4EC8B0D2-3691-46CB-A0EA-80E3BA1E965D}" dt="2025-06-18T11:25:56.763" v="3142" actId="33935"/>
          <ac:spMkLst>
            <pc:docMk/>
            <pc:sldMk cId="1782630564" sldId="304"/>
            <ac:spMk id="9" creationId="{A9C7694D-7760-3032-9C83-0346F6BB79B1}"/>
          </ac:spMkLst>
        </pc:spChg>
        <pc:spChg chg="mod">
          <ac:chgData name="Matteo TERRANOVA" userId="c2e25939-63f9-4900-8a6a-71ee696bea42" providerId="ADAL" clId="{4EC8B0D2-3691-46CB-A0EA-80E3BA1E965D}" dt="2025-06-18T11:25:53.346" v="3141" actId="1038"/>
          <ac:spMkLst>
            <pc:docMk/>
            <pc:sldMk cId="1782630564" sldId="304"/>
            <ac:spMk id="13" creationId="{A8F4115B-2E1C-4DAB-3564-640376FFDD96}"/>
          </ac:spMkLst>
        </pc:spChg>
        <pc:spChg chg="mod">
          <ac:chgData name="Matteo TERRANOVA" userId="c2e25939-63f9-4900-8a6a-71ee696bea42" providerId="ADAL" clId="{4EC8B0D2-3691-46CB-A0EA-80E3BA1E965D}" dt="2025-06-18T11:26:06.261" v="3254" actId="1038"/>
          <ac:spMkLst>
            <pc:docMk/>
            <pc:sldMk cId="1782630564" sldId="304"/>
            <ac:spMk id="15" creationId="{518C45C4-E2C0-B127-2CDA-F583004790B5}"/>
          </ac:spMkLst>
        </pc:spChg>
        <pc:spChg chg="mod">
          <ac:chgData name="Matteo TERRANOVA" userId="c2e25939-63f9-4900-8a6a-71ee696bea42" providerId="ADAL" clId="{4EC8B0D2-3691-46CB-A0EA-80E3BA1E965D}" dt="2025-06-18T11:25:53.346" v="3141" actId="1038"/>
          <ac:spMkLst>
            <pc:docMk/>
            <pc:sldMk cId="1782630564" sldId="304"/>
            <ac:spMk id="48" creationId="{B4E39D28-24C1-29FF-F057-6790D443E3D8}"/>
          </ac:spMkLst>
        </pc:spChg>
        <pc:spChg chg="mod modVis">
          <ac:chgData name="Matteo TERRANOVA" userId="c2e25939-63f9-4900-8a6a-71ee696bea42" providerId="ADAL" clId="{4EC8B0D2-3691-46CB-A0EA-80E3BA1E965D}" dt="2025-06-18T11:25:56.763" v="3142" actId="33935"/>
          <ac:spMkLst>
            <pc:docMk/>
            <pc:sldMk cId="1782630564" sldId="304"/>
            <ac:spMk id="49" creationId="{C78DCA50-8D3B-BE2A-B23D-68772E71EAC4}"/>
          </ac:spMkLst>
        </pc:spChg>
        <pc:spChg chg="mod">
          <ac:chgData name="Matteo TERRANOVA" userId="c2e25939-63f9-4900-8a6a-71ee696bea42" providerId="ADAL" clId="{4EC8B0D2-3691-46CB-A0EA-80E3BA1E965D}" dt="2025-06-18T11:25:53.346" v="3141" actId="1038"/>
          <ac:spMkLst>
            <pc:docMk/>
            <pc:sldMk cId="1782630564" sldId="304"/>
            <ac:spMk id="51" creationId="{D12C4BE3-C40B-4F4D-3BC0-78711E94C470}"/>
          </ac:spMkLst>
        </pc:spChg>
        <pc:spChg chg="mod modVis">
          <ac:chgData name="Matteo TERRANOVA" userId="c2e25939-63f9-4900-8a6a-71ee696bea42" providerId="ADAL" clId="{4EC8B0D2-3691-46CB-A0EA-80E3BA1E965D}" dt="2025-06-18T11:25:56.763" v="3142" actId="33935"/>
          <ac:spMkLst>
            <pc:docMk/>
            <pc:sldMk cId="1782630564" sldId="304"/>
            <ac:spMk id="52" creationId="{F157205C-644C-C0FF-D93B-FEA1126602CC}"/>
          </ac:spMkLst>
        </pc:spChg>
        <pc:picChg chg="mod">
          <ac:chgData name="Matteo TERRANOVA" userId="c2e25939-63f9-4900-8a6a-71ee696bea42" providerId="ADAL" clId="{4EC8B0D2-3691-46CB-A0EA-80E3BA1E965D}" dt="2025-06-18T11:25:53.346" v="3141" actId="1038"/>
          <ac:picMkLst>
            <pc:docMk/>
            <pc:sldMk cId="1782630564" sldId="304"/>
            <ac:picMk id="6" creationId="{10714B15-5C22-B66E-CB58-591980F071D5}"/>
          </ac:picMkLst>
        </pc:picChg>
        <pc:picChg chg="mod modVis">
          <ac:chgData name="Matteo TERRANOVA" userId="c2e25939-63f9-4900-8a6a-71ee696bea42" providerId="ADAL" clId="{4EC8B0D2-3691-46CB-A0EA-80E3BA1E965D}" dt="2025-06-18T11:25:56.763" v="3142" actId="33935"/>
          <ac:picMkLst>
            <pc:docMk/>
            <pc:sldMk cId="1782630564" sldId="304"/>
            <ac:picMk id="7" creationId="{E4D6BED3-68C2-D87D-C662-A48D6DCFBE17}"/>
          </ac:picMkLst>
        </pc:picChg>
      </pc:sldChg>
      <pc:sldChg chg="modSp mod">
        <pc:chgData name="Matteo TERRANOVA" userId="c2e25939-63f9-4900-8a6a-71ee696bea42" providerId="ADAL" clId="{4EC8B0D2-3691-46CB-A0EA-80E3BA1E965D}" dt="2025-06-26T07:19:44.282" v="3304" actId="14826"/>
        <pc:sldMkLst>
          <pc:docMk/>
          <pc:sldMk cId="2030142035" sldId="305"/>
        </pc:sldMkLst>
        <pc:picChg chg="mod">
          <ac:chgData name="Matteo TERRANOVA" userId="c2e25939-63f9-4900-8a6a-71ee696bea42" providerId="ADAL" clId="{4EC8B0D2-3691-46CB-A0EA-80E3BA1E965D}" dt="2025-06-26T07:19:44.282" v="3304" actId="14826"/>
          <ac:picMkLst>
            <pc:docMk/>
            <pc:sldMk cId="2030142035" sldId="305"/>
            <ac:picMk id="5" creationId="{7A1F8626-6F80-2CF0-939D-8BBA0350FD97}"/>
          </ac:picMkLst>
        </pc:picChg>
      </pc:sldChg>
      <pc:sldMasterChg chg="add addSldLayout">
        <pc:chgData name="Matteo TERRANOVA" userId="c2e25939-63f9-4900-8a6a-71ee696bea42" providerId="ADAL" clId="{4EC8B0D2-3691-46CB-A0EA-80E3BA1E965D}" dt="2025-06-18T06:05:55.529" v="77" actId="27028"/>
        <pc:sldMasterMkLst>
          <pc:docMk/>
          <pc:sldMasterMk cId="2525901858" sldId="2147483660"/>
        </pc:sldMasterMkLst>
        <pc:sldLayoutChg chg="add">
          <pc:chgData name="Matteo TERRANOVA" userId="c2e25939-63f9-4900-8a6a-71ee696bea42" providerId="ADAL" clId="{4EC8B0D2-3691-46CB-A0EA-80E3BA1E965D}" dt="2025-06-18T06:05:55.529" v="77" actId="27028"/>
          <pc:sldLayoutMkLst>
            <pc:docMk/>
            <pc:sldMasterMk cId="2525901858" sldId="2147483660"/>
            <pc:sldLayoutMk cId="2582221485" sldId="2147483669"/>
          </pc:sldLayoutMkLst>
        </pc:sldLayoutChg>
      </pc:sldMasterChg>
      <pc:sldMasterChg chg="replId modSldLayout">
        <pc:chgData name="Matteo TERRANOVA" userId="c2e25939-63f9-4900-8a6a-71ee696bea42" providerId="ADAL" clId="{4EC8B0D2-3691-46CB-A0EA-80E3BA1E965D}" dt="2025-06-18T06:05:55.529" v="77" actId="27028"/>
        <pc:sldMasterMkLst>
          <pc:docMk/>
          <pc:sldMasterMk cId="1712531357" sldId="2147483672"/>
        </pc:sldMasterMkLst>
        <pc:sldLayoutChg chg="replId">
          <pc:chgData name="Matteo TERRANOVA" userId="c2e25939-63f9-4900-8a6a-71ee696bea42" providerId="ADAL" clId="{4EC8B0D2-3691-46CB-A0EA-80E3BA1E965D}" dt="2025-06-18T06:05:55.529" v="77" actId="27028"/>
          <pc:sldLayoutMkLst>
            <pc:docMk/>
            <pc:sldMasterMk cId="1712531357" sldId="2147483672"/>
            <pc:sldLayoutMk cId="3661350551" sldId="214748367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243B43-F286-48C1-BBED-D571E17C6AE3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37A20C-0A41-4975-BF38-102D39C80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26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44419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29FAC-D72C-50E4-0C14-8DF25FB2D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F134F5-C9F6-2F19-A537-DD7E27A45A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E669E8-1EA1-732B-BB36-AD7D1F6C23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E36D91-2172-02A4-E0D2-6EEEFE6A45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9002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fr-FR" smtClean="0"/>
              <a:pPr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75357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843D7-4AAA-804B-AAB6-2222477C6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3780E1-7FD2-EE7C-1B4B-AD2697F8B7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80368D-0AB6-BAEF-89DF-9DF9699811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A83E5-BC8D-ED37-DBD8-50FBF0E6FC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fr-FR" smtClean="0"/>
              <a:pPr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27923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09FCC-F988-0AC6-B3EA-5FE7CAB4D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50CE14-5E7D-BF91-8599-1A52587275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08A16A-154C-B8B3-628C-C67B257E63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3BB3C2-12BD-8E53-82C0-9C781D9BC4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fr-FR" smtClean="0"/>
              <a:pPr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79147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F0F1A-E905-C563-A73D-A4DC6C1BB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09C8A4-B455-46E4-3EAC-D91951B1E2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A01289-0D2F-6680-3949-EEEE18D401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DF8BBD-0F8B-0BDA-DDA0-87EE0DB1D4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fr-FR" smtClean="0"/>
              <a:pPr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3060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002FF-ED52-F448-F52B-65589B86A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BC9E7A-8FF8-06A2-590F-D8BA9B519D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D0165D-C812-4B63-C324-8334B15915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56ED53-DCDA-91B1-DA80-654A0E2AA1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fr-FR" smtClean="0"/>
              <a:pPr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44270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7FC2D-E351-9B2F-E6CF-6F2485F7B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4CD09A-3676-8178-1A10-4E07AE0AA9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3C2EA7-179D-AF27-E912-78CEF65F1A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4000AC-53B0-441E-A2A7-5DF72CD7C9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7153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40946-B3FE-4062-9BAE-4125F5E6CB49}" type="slidenum">
              <a:rPr lang="en-US" sz="1600" smtClean="0"/>
              <a:t>9</a:t>
            </a:fld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0464866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6F6DF-8211-CC41-10A1-FD83E6351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72679E-5196-6048-95E9-B282DC1B22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714ED1-71A0-65DF-08E2-DA0074DA8A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22055C-1120-6664-EAC8-A757116BE3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40946-B3FE-4062-9BAE-4125F5E6CB49}" type="slidenum">
              <a:rPr lang="en-US" sz="1600" smtClean="0"/>
              <a:t>10</a:t>
            </a:fld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3609503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906DC-2129-5886-246A-A648EE7B7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C14635-C8AA-EB1E-8D7E-5D2007B2A6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706C6E-237B-9A98-06E6-62964BD3E5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64ACC2-CB62-2E97-7916-1E10781D9D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40946-B3FE-4062-9BAE-4125F5E6CB49}" type="slidenum">
              <a:rPr lang="en-US" sz="1600" smtClean="0"/>
              <a:t>11</a:t>
            </a:fld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41433181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501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t.com/trademarks" TargetMode="External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 title">
    <p:bg>
      <p:bgPr>
        <a:solidFill>
          <a:srgbClr val="002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BC7E-853C-4EAC-941C-F7D4C872CE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99" y="2077965"/>
            <a:ext cx="5795963" cy="2702071"/>
          </a:xfrm>
        </p:spPr>
        <p:txBody>
          <a:bodyPr anchor="ctr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F8A67-080E-4CD5-8528-5627C41B2D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99" y="5015060"/>
            <a:ext cx="5795963" cy="1077764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64B28F-A25E-4825-B94D-B2AD0EA2A9F6}"/>
              </a:ext>
            </a:extLst>
          </p:cNvPr>
          <p:cNvSpPr/>
          <p:nvPr/>
        </p:nvSpPr>
        <p:spPr>
          <a:xfrm>
            <a:off x="-228" y="0"/>
            <a:ext cx="43905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A767B04-DB20-575B-553B-88ACD76553E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00038" y="0"/>
            <a:ext cx="5495544" cy="6858000"/>
          </a:xfrm>
          <a:custGeom>
            <a:avLst/>
            <a:gdLst>
              <a:gd name="connsiteX0" fmla="*/ 0 w 5495544"/>
              <a:gd name="connsiteY0" fmla="*/ 0 h 6858000"/>
              <a:gd name="connsiteX1" fmla="*/ 5495544 w 5495544"/>
              <a:gd name="connsiteY1" fmla="*/ 0 h 6858000"/>
              <a:gd name="connsiteX2" fmla="*/ 5495544 w 5495544"/>
              <a:gd name="connsiteY2" fmla="*/ 6858000 h 6858000"/>
              <a:gd name="connsiteX3" fmla="*/ 0 w 549554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95544" h="6858000">
                <a:moveTo>
                  <a:pt x="0" y="0"/>
                </a:moveTo>
                <a:lnTo>
                  <a:pt x="5495544" y="0"/>
                </a:lnTo>
                <a:lnTo>
                  <a:pt x="549554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Drag and drop </a:t>
            </a:r>
            <a:br>
              <a:rPr lang="en-US" dirty="0"/>
            </a:br>
            <a:r>
              <a:rPr lang="en-US" dirty="0"/>
              <a:t>a picture here</a:t>
            </a:r>
          </a:p>
        </p:txBody>
      </p:sp>
      <p:pic>
        <p:nvPicPr>
          <p:cNvPr id="6" name="Graphic 7">
            <a:extLst>
              <a:ext uri="{FF2B5EF4-FFF2-40B4-BE49-F238E27FC236}">
                <a16:creationId xmlns:a16="http://schemas.microsoft.com/office/drawing/2014/main" id="{0A935D2C-8C8E-184B-D8FC-8FF74926C0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6242" y="47623"/>
            <a:ext cx="1857226" cy="128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79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16">
          <p15:clr>
            <a:srgbClr val="FBAE40"/>
          </p15:clr>
        </p15:guide>
        <p15:guide id="2" pos="7387">
          <p15:clr>
            <a:srgbClr val="FBAE40"/>
          </p15:clr>
        </p15:guide>
        <p15:guide id="3" orient="horz" pos="3067">
          <p15:clr>
            <a:srgbClr val="FBAE40"/>
          </p15:clr>
        </p15:guide>
        <p15:guide id="4" orient="horz" pos="3935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in title without picture">
    <p:bg>
      <p:bgPr>
        <a:solidFill>
          <a:srgbClr val="002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BC7E-853C-4EAC-941C-F7D4C872CE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1470" y="1964458"/>
            <a:ext cx="7807324" cy="2929084"/>
          </a:xfrm>
        </p:spPr>
        <p:txBody>
          <a:bodyPr anchor="ctr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F8A67-080E-4CD5-8528-5627C41B2D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470" y="5015060"/>
            <a:ext cx="7807324" cy="1077764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  <a:endParaRPr lang="fr-FR" dirty="0"/>
          </a:p>
        </p:txBody>
      </p:sp>
      <p:pic>
        <p:nvPicPr>
          <p:cNvPr id="4" name="Graphic 14">
            <a:extLst>
              <a:ext uri="{FF2B5EF4-FFF2-40B4-BE49-F238E27FC236}">
                <a16:creationId xmlns:a16="http://schemas.microsoft.com/office/drawing/2014/main" id="{70CC30A6-5943-4618-79CD-9E122FDCAE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6242" y="47623"/>
            <a:ext cx="1857226" cy="128016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09F09FF-C8AF-EE46-958B-11187A34AAE5}"/>
              </a:ext>
            </a:extLst>
          </p:cNvPr>
          <p:cNvSpPr/>
          <p:nvPr userDrawn="1"/>
        </p:nvSpPr>
        <p:spPr>
          <a:xfrm>
            <a:off x="-228" y="0"/>
            <a:ext cx="30026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950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9">
          <p15:clr>
            <a:srgbClr val="FBAE40"/>
          </p15:clr>
        </p15:guide>
        <p15:guide id="2" orient="horz" pos="2615">
          <p15:clr>
            <a:srgbClr val="FBAE40"/>
          </p15:clr>
        </p15:guide>
        <p15:guide id="3" pos="5196">
          <p15:clr>
            <a:srgbClr val="FBAE40"/>
          </p15:clr>
        </p15:guide>
        <p15:guide id="4" pos="610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spcBef>
                <a:spcPts val="1200"/>
              </a:spcBef>
              <a:defRPr/>
            </a:lvl1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EF7C4-3513-40DF-91A6-018C8E9AC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B796A-0B1E-46FA-AC86-9A7803DF8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8E223-380C-4295-85FF-7B9C2423B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4286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54">
          <p15:clr>
            <a:srgbClr val="FBAE40"/>
          </p15:clr>
        </p15:guide>
        <p15:guide id="2" pos="726">
          <p15:clr>
            <a:srgbClr val="FBAE40"/>
          </p15:clr>
        </p15:guide>
        <p15:guide id="3" orient="horz" pos="137">
          <p15:clr>
            <a:srgbClr val="FBAE40"/>
          </p15:clr>
        </p15:guide>
        <p15:guide id="4" orient="horz" pos="67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19399" y="419894"/>
            <a:ext cx="9372601" cy="1484312"/>
          </a:xfrm>
          <a:solidFill>
            <a:schemeClr val="accent4"/>
          </a:solidFill>
        </p:spPr>
        <p:txBody>
          <a:bodyPr vert="horz" lIns="91440" tIns="45720" rIns="288000" bIns="45720" rtlCol="0" anchor="ctr">
            <a:noAutofit/>
          </a:bodyPr>
          <a:lstStyle>
            <a:lvl1pPr marL="263525" indent="0" algn="l"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pic>
        <p:nvPicPr>
          <p:cNvPr id="3" name="Graphic 5">
            <a:extLst>
              <a:ext uri="{FF2B5EF4-FFF2-40B4-BE49-F238E27FC236}">
                <a16:creationId xmlns:a16="http://schemas.microsoft.com/office/drawing/2014/main" id="{7B0BAF98-BF01-8628-815D-6C637563DA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1974" y="6155372"/>
            <a:ext cx="928614" cy="640080"/>
          </a:xfrm>
          <a:prstGeom prst="rect">
            <a:avLst/>
          </a:prstGeom>
        </p:spPr>
      </p:pic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C4CE3442-CD9D-76CA-881D-CEA1B2E3BE7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304925"/>
            <a:ext cx="12192000" cy="4787900"/>
          </a:xfrm>
          <a:custGeom>
            <a:avLst/>
            <a:gdLst>
              <a:gd name="connsiteX0" fmla="*/ 0 w 12192000"/>
              <a:gd name="connsiteY0" fmla="*/ 0 h 4787900"/>
              <a:gd name="connsiteX1" fmla="*/ 2819399 w 12192000"/>
              <a:gd name="connsiteY1" fmla="*/ 0 h 4787900"/>
              <a:gd name="connsiteX2" fmla="*/ 2819399 w 12192000"/>
              <a:gd name="connsiteY2" fmla="*/ 599281 h 4787900"/>
              <a:gd name="connsiteX3" fmla="*/ 12192000 w 12192000"/>
              <a:gd name="connsiteY3" fmla="*/ 599281 h 4787900"/>
              <a:gd name="connsiteX4" fmla="*/ 12192000 w 12192000"/>
              <a:gd name="connsiteY4" fmla="*/ 4787900 h 4787900"/>
              <a:gd name="connsiteX5" fmla="*/ 0 w 12192000"/>
              <a:gd name="connsiteY5" fmla="*/ 4787900 h 478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4787900">
                <a:moveTo>
                  <a:pt x="0" y="0"/>
                </a:moveTo>
                <a:lnTo>
                  <a:pt x="2819399" y="0"/>
                </a:lnTo>
                <a:lnTo>
                  <a:pt x="2819399" y="599281"/>
                </a:lnTo>
                <a:lnTo>
                  <a:pt x="12192000" y="599281"/>
                </a:lnTo>
                <a:lnTo>
                  <a:pt x="12192000" y="4787900"/>
                </a:lnTo>
                <a:lnTo>
                  <a:pt x="0" y="478790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rgbClr val="C0C8D2"/>
                </a:solidFill>
              </a:defRPr>
            </a:lvl1pPr>
          </a:lstStyle>
          <a:p>
            <a:r>
              <a:rPr lang="en-US" dirty="0"/>
              <a:t>Drag and drop a picture here (optional)</a:t>
            </a:r>
          </a:p>
        </p:txBody>
      </p:sp>
    </p:spTree>
    <p:extLst>
      <p:ext uri="{BB962C8B-B14F-4D97-AF65-F5344CB8AC3E}">
        <p14:creationId xmlns:p14="http://schemas.microsoft.com/office/powerpoint/2010/main" val="686472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00037" y="1484313"/>
            <a:ext cx="5719763" cy="4608512"/>
          </a:xfrm>
        </p:spPr>
        <p:txBody>
          <a:bodyPr/>
          <a:lstStyle>
            <a:lvl1pPr marL="261938" indent="-261938">
              <a:buFont typeface="Arial" panose="020B0604020202020204" pitchFamily="34" charset="0"/>
              <a:buChar char="•"/>
              <a:defRPr/>
            </a:lvl1pPr>
            <a:lvl2pPr marL="536575" indent="-266700">
              <a:buFont typeface="Arial" panose="020B0604020202020204" pitchFamily="34" charset="0"/>
              <a:buChar char="•"/>
              <a:defRPr/>
            </a:lvl2pPr>
            <a:lvl3pPr marL="812800" indent="-273050">
              <a:buFont typeface="Arial" panose="020B0604020202020204" pitchFamily="34" charset="0"/>
              <a:buChar char="•"/>
              <a:defRPr/>
            </a:lvl3pPr>
            <a:lvl4pPr marL="987425" indent="-268288">
              <a:buFont typeface="Arial" panose="020B0604020202020204" pitchFamily="34" charset="0"/>
              <a:buChar char="•"/>
              <a:defRPr/>
            </a:lvl4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00" y="1484313"/>
            <a:ext cx="5720400" cy="46085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788507-3E03-4FB3-A132-78A939782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9E28F68-9BF2-4E8D-9900-2B961920C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2468ACE-19CE-4D11-BE8C-BF854FA85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552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4">
          <p15:clr>
            <a:srgbClr val="FBAE40"/>
          </p15:clr>
        </p15:guide>
        <p15:guide id="2" orient="horz" pos="137">
          <p15:clr>
            <a:srgbClr val="FBAE40"/>
          </p15:clr>
        </p15:guide>
        <p15:guide id="3" pos="726">
          <p15:clr>
            <a:srgbClr val="FBAE40"/>
          </p15:clr>
        </p15:guide>
        <p15:guide id="4" pos="565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297BAC-5561-499E-BBCB-6D6E1FD7D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25733-58EA-4C07-864D-B4CB76D0D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75373-7992-498D-9AB1-3D8254424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055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54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674">
          <p15:clr>
            <a:srgbClr val="FBAE40"/>
          </p15:clr>
        </p15:guide>
        <p15:guide id="4" orient="horz" pos="137">
          <p15:clr>
            <a:srgbClr val="FBAE40"/>
          </p15:clr>
        </p15:guide>
        <p15:guide id="5" pos="72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25953C-BDCE-466C-B5D1-10A5597F7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093A61-3D0C-4D22-A38C-FED809C56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CFF57E-942B-4161-B1AA-AAC9C60F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620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674">
          <p15:clr>
            <a:srgbClr val="FBAE40"/>
          </p15:clr>
        </p15:guide>
        <p15:guide id="3" orient="horz" pos="137">
          <p15:clr>
            <a:srgbClr val="FBAE40"/>
          </p15:clr>
        </p15:guide>
        <p15:guide id="4" pos="72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15AA452-2F5A-B772-945B-B0CFC5F3FD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0038" y="1487433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89467D-4E3E-2E79-F1E3-71984118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30C536-79BA-88B1-166F-BD74971E5A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0DF25-812A-35DC-2783-1BC33FB9C8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5D2CF-A487-DE9E-414F-462D62049E4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29F6FE6-9902-64DD-A000-F3C8D011E5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1649" y="1487433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6E4D8103-4194-5038-5BB3-B27BD01622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0038" y="2624425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B333E01B-74F4-BD5A-C789-5CB514934AA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1649" y="2624425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9017772-3244-6F37-2086-3BFA0683EAB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0038" y="3761417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0A08BA30-CC2E-1C99-57CB-92CBBB68B6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91649" y="3761417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E74361AC-E7BF-9BB0-D531-28E15A7ED0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0038" y="4898408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A2A63932-A9F1-75DE-B4ED-0D62394486D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1649" y="4898408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B2E5A9C1-A2AB-4259-82F1-2AE3DFFDBA6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0" y="1487433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461B435B-C211-8417-11B1-5F46A1AC595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87611" y="1487433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23E32E66-08FD-72CE-DA85-9B3671D6D2E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6000" y="2624425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E0F050B4-6ECE-8FF8-A1AA-3F4C2FBA89D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87611" y="2624425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5" name="Text Placeholder 22">
            <a:extLst>
              <a:ext uri="{FF2B5EF4-FFF2-40B4-BE49-F238E27FC236}">
                <a16:creationId xmlns:a16="http://schemas.microsoft.com/office/drawing/2014/main" id="{C57D1331-E3D7-C1FD-541B-C64045C7422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6000" y="3761417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FCBB95E6-B6D9-2B1A-115E-09D087D4660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87611" y="3761417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1AED3D0D-2221-0F28-6404-8DE7BBE380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4898408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8" name="Text Placeholder 22">
            <a:extLst>
              <a:ext uri="{FF2B5EF4-FFF2-40B4-BE49-F238E27FC236}">
                <a16:creationId xmlns:a16="http://schemas.microsoft.com/office/drawing/2014/main" id="{A72B0B48-D3AF-3DBD-FB54-005779ED399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87611" y="4898408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3661350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5F8E72F1-E261-A4D3-03FD-FCC351987924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A1E53E3-FC79-490F-927D-EDA5C06E6818}"/>
                </a:ext>
              </a:extLst>
            </p:cNvPr>
            <p:cNvSpPr/>
            <p:nvPr userDrawn="1"/>
          </p:nvSpPr>
          <p:spPr>
            <a:xfrm>
              <a:off x="0" y="0"/>
              <a:ext cx="12192000" cy="6854862"/>
            </a:xfrm>
            <a:prstGeom prst="rect">
              <a:avLst/>
            </a:prstGeom>
            <a:solidFill>
              <a:srgbClr val="0023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7C8CE8D-FE25-40F5-A966-5717F85ACF9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959336" y="1565049"/>
              <a:ext cx="6273328" cy="2280102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994F7AD-3707-136B-D04F-5BE5160AF4A4}"/>
                </a:ext>
              </a:extLst>
            </p:cNvPr>
            <p:cNvSpPr/>
            <p:nvPr userDrawn="1"/>
          </p:nvSpPr>
          <p:spPr>
            <a:xfrm>
              <a:off x="0" y="5580993"/>
              <a:ext cx="12192000" cy="1277007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970C644-A64B-B0FF-7271-99A256079D04}"/>
                </a:ext>
              </a:extLst>
            </p:cNvPr>
            <p:cNvSpPr/>
            <p:nvPr userDrawn="1"/>
          </p:nvSpPr>
          <p:spPr>
            <a:xfrm>
              <a:off x="219558" y="5822714"/>
              <a:ext cx="9395219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rgbClr val="00234B"/>
                  </a:solidFill>
                  <a:latin typeface="Arial" panose="020B0604020202020204" pitchFamily="34" charset="0"/>
                </a:rPr>
                <a:t>© STMicroelectronics - All rights reserved.</a:t>
              </a:r>
              <a:br>
                <a:rPr lang="en-US" sz="1200" dirty="0">
                  <a:solidFill>
                    <a:srgbClr val="00234B"/>
                  </a:solidFill>
                  <a:latin typeface="Arial" panose="020B0604020202020204" pitchFamily="34" charset="0"/>
                </a:rPr>
              </a:b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  <a:t>ST logo is a trademark or a registered trademark of STMicroelectronics International NV or its affiliates in the EU and/or other countries. For additional information about ST trademarks, please refer to </a:t>
              </a: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www.st.com/trademarks</a:t>
              </a: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  <a:t>. </a:t>
              </a:r>
              <a:b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</a:b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  <a:t>All other product or service names are the property of their respective owners.</a:t>
              </a: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DF6297DC-F8E9-1EA8-8CF6-587BC0B48C5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566753" y="5668010"/>
              <a:ext cx="1591910" cy="1097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30001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297BAC-5561-499E-BBCB-6D6E1FD7D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FCA85-453B-4FFE-8A86-09726E56F609}" type="datetime5">
              <a:rPr lang="en-US" smtClean="0"/>
              <a:t>26-Jun-25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25733-58EA-4C07-864D-B4CB76D0D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75373-7992-498D-9AB1-3D8254424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42E78-4FE3-4E16-9FB9-64A349BFE3FC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22214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54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674">
          <p15:clr>
            <a:srgbClr val="FBAE40"/>
          </p15:clr>
        </p15:guide>
        <p15:guide id="4" orient="horz" pos="137">
          <p15:clr>
            <a:srgbClr val="FBAE40"/>
          </p15:clr>
        </p15:guide>
        <p15:guide id="5" pos="72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8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  <a:prstGeom prst="rect">
            <a:avLst/>
          </a:prstGeom>
        </p:spPr>
        <p:txBody>
          <a:bodyPr vert="horz" lIns="91440" tIns="45720" rIns="90000" bIns="45720" rtlCol="0" anchor="ctr">
            <a:noAutofit/>
          </a:bodyPr>
          <a:lstStyle/>
          <a:p>
            <a:pPr lvl="0" algn="r"/>
            <a:r>
              <a:rPr lang="en-US" dirty="0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0038" y="1484313"/>
            <a:ext cx="11591925" cy="4608512"/>
          </a:xfrm>
          <a:prstGeom prst="rect">
            <a:avLst/>
          </a:prstGeom>
        </p:spPr>
        <p:txBody>
          <a:bodyPr vert="horz" lIns="91440" tIns="45720" rIns="90000" bIns="45720" rtlCol="0">
            <a:noAutofit/>
          </a:bodyPr>
          <a:lstStyle/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70600" y="6330968"/>
            <a:ext cx="5483314" cy="292554"/>
          </a:xfrm>
          <a:prstGeom prst="rect">
            <a:avLst/>
          </a:prstGeom>
        </p:spPr>
        <p:txBody>
          <a:bodyPr vert="horz" lIns="90000" tIns="45720" rIns="90000" bIns="45720" rtlCol="0" anchor="b"/>
          <a:lstStyle>
            <a:lvl1pPr algn="r">
              <a:defRPr lang="en-US" sz="1100" b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10261" y="6330968"/>
            <a:ext cx="411004" cy="292554"/>
          </a:xfrm>
          <a:prstGeom prst="rect">
            <a:avLst/>
          </a:prstGeom>
        </p:spPr>
        <p:txBody>
          <a:bodyPr vert="horz" lIns="0" tIns="46800" rIns="0" bIns="46800" rtlCol="0" anchor="b"/>
          <a:lstStyle>
            <a:lvl1pPr algn="r">
              <a:defRPr lang="en-US" sz="1100" b="0" smtClean="0">
                <a:solidFill>
                  <a:schemeClr val="tx2"/>
                </a:solidFill>
              </a:defRPr>
            </a:lvl1pPr>
          </a:lstStyle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57517" y="6330968"/>
            <a:ext cx="1184909" cy="2925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00" b="0">
                <a:solidFill>
                  <a:schemeClr val="tx2"/>
                </a:solidFill>
              </a:defRPr>
            </a:lvl1pPr>
          </a:lstStyle>
          <a:p>
            <a:fld id="{33052DD4-CDE3-4E33-AB80-AED4CE4AC39A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CD4E90-0AD7-41F7-BEF4-B339EC998E49}"/>
              </a:ext>
            </a:extLst>
          </p:cNvPr>
          <p:cNvSpPr/>
          <p:nvPr/>
        </p:nvSpPr>
        <p:spPr>
          <a:xfrm>
            <a:off x="12004894" y="0"/>
            <a:ext cx="187105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C1749DD-5CB4-BAFF-5C24-97F0F00F15F6}"/>
              </a:ext>
            </a:extLst>
          </p:cNvPr>
          <p:cNvGrpSpPr/>
          <p:nvPr userDrawn="1"/>
        </p:nvGrpSpPr>
        <p:grpSpPr>
          <a:xfrm>
            <a:off x="-350520" y="4319928"/>
            <a:ext cx="317500" cy="952500"/>
            <a:chOff x="-342900" y="4319928"/>
            <a:chExt cx="317500" cy="952500"/>
          </a:xfrm>
        </p:grpSpPr>
        <p:sp>
          <p:nvSpPr>
            <p:cNvPr id="43" name="ColorPatch">
              <a:extLst>
                <a:ext uri="{FF2B5EF4-FFF2-40B4-BE49-F238E27FC236}">
                  <a16:creationId xmlns:a16="http://schemas.microsoft.com/office/drawing/2014/main" id="{A2E2F886-C330-51CE-B5C9-AB46F1404BB1}"/>
                </a:ext>
              </a:extLst>
            </p:cNvPr>
            <p:cNvSpPr/>
            <p:nvPr userDrawn="1"/>
          </p:nvSpPr>
          <p:spPr>
            <a:xfrm>
              <a:off x="-342900" y="4954928"/>
              <a:ext cx="317500" cy="317500"/>
            </a:xfrm>
            <a:prstGeom prst="rect">
              <a:avLst/>
            </a:prstGeom>
            <a:solidFill>
              <a:srgbClr val="EEEFF1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44" name="ColorPatch">
              <a:extLst>
                <a:ext uri="{FF2B5EF4-FFF2-40B4-BE49-F238E27FC236}">
                  <a16:creationId xmlns:a16="http://schemas.microsoft.com/office/drawing/2014/main" id="{FDB36328-023C-D8C1-7E6B-A648091D0ED0}"/>
                </a:ext>
              </a:extLst>
            </p:cNvPr>
            <p:cNvSpPr/>
            <p:nvPr userDrawn="1"/>
          </p:nvSpPr>
          <p:spPr>
            <a:xfrm>
              <a:off x="-342900" y="4637428"/>
              <a:ext cx="317500" cy="317500"/>
            </a:xfrm>
            <a:prstGeom prst="rect">
              <a:avLst/>
            </a:prstGeom>
            <a:solidFill>
              <a:srgbClr val="A6ADB5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45" name="ColorPatch">
              <a:extLst>
                <a:ext uri="{FF2B5EF4-FFF2-40B4-BE49-F238E27FC236}">
                  <a16:creationId xmlns:a16="http://schemas.microsoft.com/office/drawing/2014/main" id="{9F8E65A1-0412-05F6-3F82-8EB79873A102}"/>
                </a:ext>
              </a:extLst>
            </p:cNvPr>
            <p:cNvSpPr/>
            <p:nvPr userDrawn="1"/>
          </p:nvSpPr>
          <p:spPr>
            <a:xfrm>
              <a:off x="-342900" y="4319928"/>
              <a:ext cx="317500" cy="317500"/>
            </a:xfrm>
            <a:prstGeom prst="rect">
              <a:avLst/>
            </a:prstGeom>
            <a:solidFill>
              <a:srgbClr val="525A63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732C244-0C14-30D0-0478-36AA2A9F0B44}"/>
              </a:ext>
            </a:extLst>
          </p:cNvPr>
          <p:cNvGrpSpPr/>
          <p:nvPr userDrawn="1"/>
        </p:nvGrpSpPr>
        <p:grpSpPr>
          <a:xfrm>
            <a:off x="-350520" y="2879952"/>
            <a:ext cx="317500" cy="1270000"/>
            <a:chOff x="-342900" y="2879952"/>
            <a:chExt cx="317500" cy="1270000"/>
          </a:xfrm>
        </p:grpSpPr>
        <p:sp>
          <p:nvSpPr>
            <p:cNvPr id="50" name="ColorPatch">
              <a:extLst>
                <a:ext uri="{FF2B5EF4-FFF2-40B4-BE49-F238E27FC236}">
                  <a16:creationId xmlns:a16="http://schemas.microsoft.com/office/drawing/2014/main" id="{31E1361B-325C-EE46-1B21-F5A3ABF1D2F3}"/>
                </a:ext>
              </a:extLst>
            </p:cNvPr>
            <p:cNvSpPr/>
            <p:nvPr userDrawn="1"/>
          </p:nvSpPr>
          <p:spPr>
            <a:xfrm>
              <a:off x="-342900" y="3832452"/>
              <a:ext cx="317500" cy="317500"/>
            </a:xfrm>
            <a:prstGeom prst="rect">
              <a:avLst/>
            </a:prstGeom>
            <a:solidFill>
              <a:srgbClr val="FFF4BF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1" name="ColorPatch">
              <a:extLst>
                <a:ext uri="{FF2B5EF4-FFF2-40B4-BE49-F238E27FC236}">
                  <a16:creationId xmlns:a16="http://schemas.microsoft.com/office/drawing/2014/main" id="{721D0BC2-53DB-3884-688A-247574811D85}"/>
                </a:ext>
              </a:extLst>
            </p:cNvPr>
            <p:cNvSpPr/>
            <p:nvPr userDrawn="1"/>
          </p:nvSpPr>
          <p:spPr>
            <a:xfrm>
              <a:off x="-342900" y="3515520"/>
              <a:ext cx="317500" cy="317500"/>
            </a:xfrm>
            <a:prstGeom prst="rect">
              <a:avLst/>
            </a:prstGeom>
            <a:solidFill>
              <a:srgbClr val="FFE87F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2" name="ColorPatch">
              <a:extLst>
                <a:ext uri="{FF2B5EF4-FFF2-40B4-BE49-F238E27FC236}">
                  <a16:creationId xmlns:a16="http://schemas.microsoft.com/office/drawing/2014/main" id="{3D10437D-D613-EB33-523B-3A294D6295FE}"/>
                </a:ext>
              </a:extLst>
            </p:cNvPr>
            <p:cNvSpPr/>
            <p:nvPr userDrawn="1"/>
          </p:nvSpPr>
          <p:spPr>
            <a:xfrm>
              <a:off x="-342900" y="3197452"/>
              <a:ext cx="317500" cy="317500"/>
            </a:xfrm>
            <a:prstGeom prst="rect">
              <a:avLst/>
            </a:prstGeom>
            <a:solidFill>
              <a:srgbClr val="FFDD4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3" name="ColorPatch">
              <a:extLst>
                <a:ext uri="{FF2B5EF4-FFF2-40B4-BE49-F238E27FC236}">
                  <a16:creationId xmlns:a16="http://schemas.microsoft.com/office/drawing/2014/main" id="{7605F83F-A2B9-B477-973E-B28376961D98}"/>
                </a:ext>
              </a:extLst>
            </p:cNvPr>
            <p:cNvSpPr/>
            <p:nvPr userDrawn="1"/>
          </p:nvSpPr>
          <p:spPr>
            <a:xfrm>
              <a:off x="-342900" y="2879952"/>
              <a:ext cx="317500" cy="317500"/>
            </a:xfrm>
            <a:prstGeom prst="rect">
              <a:avLst/>
            </a:prstGeom>
            <a:solidFill>
              <a:srgbClr val="FFD20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75168C8-3C72-052F-C7C0-7CD4B023E7F9}"/>
              </a:ext>
            </a:extLst>
          </p:cNvPr>
          <p:cNvGrpSpPr/>
          <p:nvPr userDrawn="1"/>
        </p:nvGrpSpPr>
        <p:grpSpPr>
          <a:xfrm>
            <a:off x="-350520" y="1439976"/>
            <a:ext cx="317500" cy="1270000"/>
            <a:chOff x="-342900" y="1439976"/>
            <a:chExt cx="317500" cy="1270000"/>
          </a:xfrm>
        </p:grpSpPr>
        <p:sp>
          <p:nvSpPr>
            <p:cNvPr id="55" name="ColorPatch">
              <a:extLst>
                <a:ext uri="{FF2B5EF4-FFF2-40B4-BE49-F238E27FC236}">
                  <a16:creationId xmlns:a16="http://schemas.microsoft.com/office/drawing/2014/main" id="{4A6E12F2-EF64-A2CC-1E25-B6F6B23289F8}"/>
                </a:ext>
              </a:extLst>
            </p:cNvPr>
            <p:cNvSpPr/>
            <p:nvPr userDrawn="1"/>
          </p:nvSpPr>
          <p:spPr>
            <a:xfrm>
              <a:off x="-342900" y="2392476"/>
              <a:ext cx="317500" cy="317500"/>
            </a:xfrm>
            <a:prstGeom prst="rect">
              <a:avLst/>
            </a:prstGeom>
            <a:solidFill>
              <a:srgbClr val="CEECF9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6" name="ColorPatch">
              <a:extLst>
                <a:ext uri="{FF2B5EF4-FFF2-40B4-BE49-F238E27FC236}">
                  <a16:creationId xmlns:a16="http://schemas.microsoft.com/office/drawing/2014/main" id="{DF4090A9-80E3-4F93-64FD-1A4F5C9704A1}"/>
                </a:ext>
              </a:extLst>
            </p:cNvPr>
            <p:cNvSpPr/>
            <p:nvPr userDrawn="1"/>
          </p:nvSpPr>
          <p:spPr>
            <a:xfrm>
              <a:off x="-342900" y="2074976"/>
              <a:ext cx="317500" cy="317500"/>
            </a:xfrm>
            <a:prstGeom prst="rect">
              <a:avLst/>
            </a:prstGeom>
            <a:solidFill>
              <a:srgbClr val="9DD9F2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7" name="ColorPatch">
              <a:extLst>
                <a:ext uri="{FF2B5EF4-FFF2-40B4-BE49-F238E27FC236}">
                  <a16:creationId xmlns:a16="http://schemas.microsoft.com/office/drawing/2014/main" id="{383C7A3C-7DEE-3289-0A64-6DC893E895F6}"/>
                </a:ext>
              </a:extLst>
            </p:cNvPr>
            <p:cNvSpPr/>
            <p:nvPr userDrawn="1"/>
          </p:nvSpPr>
          <p:spPr>
            <a:xfrm>
              <a:off x="-342900" y="1757476"/>
              <a:ext cx="317500" cy="317500"/>
            </a:xfrm>
            <a:prstGeom prst="rect">
              <a:avLst/>
            </a:prstGeom>
            <a:solidFill>
              <a:srgbClr val="6DC7EC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8" name="ColorPatch">
              <a:extLst>
                <a:ext uri="{FF2B5EF4-FFF2-40B4-BE49-F238E27FC236}">
                  <a16:creationId xmlns:a16="http://schemas.microsoft.com/office/drawing/2014/main" id="{199B6E69-48B5-574D-A56E-8532B8036346}"/>
                </a:ext>
              </a:extLst>
            </p:cNvPr>
            <p:cNvSpPr/>
            <p:nvPr userDrawn="1"/>
          </p:nvSpPr>
          <p:spPr>
            <a:xfrm>
              <a:off x="-342900" y="1439976"/>
              <a:ext cx="317500" cy="317500"/>
            </a:xfrm>
            <a:prstGeom prst="rect">
              <a:avLst/>
            </a:prstGeom>
            <a:solidFill>
              <a:srgbClr val="3CB4E6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76E4B5F-4E90-DA3A-7C84-81947655F1ED}"/>
              </a:ext>
            </a:extLst>
          </p:cNvPr>
          <p:cNvGrpSpPr/>
          <p:nvPr userDrawn="1"/>
        </p:nvGrpSpPr>
        <p:grpSpPr>
          <a:xfrm>
            <a:off x="-350520" y="0"/>
            <a:ext cx="317500" cy="1271047"/>
            <a:chOff x="-342900" y="0"/>
            <a:chExt cx="317500" cy="1271047"/>
          </a:xfrm>
        </p:grpSpPr>
        <p:sp>
          <p:nvSpPr>
            <p:cNvPr id="60" name="ColorPatch">
              <a:extLst>
                <a:ext uri="{FF2B5EF4-FFF2-40B4-BE49-F238E27FC236}">
                  <a16:creationId xmlns:a16="http://schemas.microsoft.com/office/drawing/2014/main" id="{E8CC3E9E-61E4-65A9-2FB7-B210351E32AB}"/>
                </a:ext>
              </a:extLst>
            </p:cNvPr>
            <p:cNvSpPr/>
            <p:nvPr userDrawn="1"/>
          </p:nvSpPr>
          <p:spPr>
            <a:xfrm>
              <a:off x="-342900" y="953547"/>
              <a:ext cx="317500" cy="317500"/>
            </a:xfrm>
            <a:prstGeom prst="rect">
              <a:avLst/>
            </a:prstGeom>
            <a:solidFill>
              <a:srgbClr val="C0C8D2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1" name="ColorPatch">
              <a:extLst>
                <a:ext uri="{FF2B5EF4-FFF2-40B4-BE49-F238E27FC236}">
                  <a16:creationId xmlns:a16="http://schemas.microsoft.com/office/drawing/2014/main" id="{52979BF7-37B7-C9E0-012F-AF2421299EA0}"/>
                </a:ext>
              </a:extLst>
            </p:cNvPr>
            <p:cNvSpPr/>
            <p:nvPr userDrawn="1"/>
          </p:nvSpPr>
          <p:spPr>
            <a:xfrm>
              <a:off x="-342900" y="635000"/>
              <a:ext cx="317500" cy="317500"/>
            </a:xfrm>
            <a:prstGeom prst="rect">
              <a:avLst/>
            </a:prstGeom>
            <a:solidFill>
              <a:srgbClr val="8191A5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2" name="ColorPatch">
              <a:extLst>
                <a:ext uri="{FF2B5EF4-FFF2-40B4-BE49-F238E27FC236}">
                  <a16:creationId xmlns:a16="http://schemas.microsoft.com/office/drawing/2014/main" id="{4F93A17E-06C6-9F0F-291B-C51A93E99B57}"/>
                </a:ext>
              </a:extLst>
            </p:cNvPr>
            <p:cNvSpPr/>
            <p:nvPr userDrawn="1"/>
          </p:nvSpPr>
          <p:spPr>
            <a:xfrm>
              <a:off x="-342900" y="317500"/>
              <a:ext cx="317500" cy="317500"/>
            </a:xfrm>
            <a:prstGeom prst="rect">
              <a:avLst/>
            </a:prstGeom>
            <a:solidFill>
              <a:srgbClr val="425A78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3" name="ColorPatch">
              <a:extLst>
                <a:ext uri="{FF2B5EF4-FFF2-40B4-BE49-F238E27FC236}">
                  <a16:creationId xmlns:a16="http://schemas.microsoft.com/office/drawing/2014/main" id="{435540DC-615B-FEFF-859B-65830CAC8FD4}"/>
                </a:ext>
              </a:extLst>
            </p:cNvPr>
            <p:cNvSpPr/>
            <p:nvPr userDrawn="1"/>
          </p:nvSpPr>
          <p:spPr>
            <a:xfrm>
              <a:off x="-342900" y="0"/>
              <a:ext cx="317500" cy="317500"/>
            </a:xfrm>
            <a:prstGeom prst="rect">
              <a:avLst/>
            </a:prstGeom>
            <a:solidFill>
              <a:srgbClr val="03234B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pic>
        <p:nvPicPr>
          <p:cNvPr id="7" name="Graphic 6">
            <a:extLst>
              <a:ext uri="{FF2B5EF4-FFF2-40B4-BE49-F238E27FC236}">
                <a16:creationId xmlns:a16="http://schemas.microsoft.com/office/drawing/2014/main" id="{1B25AE6E-5128-CFAA-FFCC-CE0BB6C80924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61974" y="6155372"/>
            <a:ext cx="928614" cy="6400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BC1FBDD-34C4-FCD0-F692-E87DFC2033B8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206163" y="6611620"/>
            <a:ext cx="9652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FF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 Restricted</a:t>
            </a:r>
          </a:p>
        </p:txBody>
      </p:sp>
    </p:spTree>
    <p:extLst>
      <p:ext uri="{BB962C8B-B14F-4D97-AF65-F5344CB8AC3E}">
        <p14:creationId xmlns:p14="http://schemas.microsoft.com/office/powerpoint/2010/main" val="1712531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73" r:id="rId8"/>
    <p:sldLayoutId id="2147483671" r:id="rId9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lang="en-US" sz="3600" b="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1938" indent="-261938" algn="l" defTabSz="914400" rtl="0" eaLnBrk="1" latinLnBrk="0" hangingPunct="1">
        <a:lnSpc>
          <a:spcPct val="10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lang="en-US" sz="24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536575" indent="-2667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812800" indent="-27305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lang="en-US" sz="18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987425" indent="-26828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lang="en-US" sz="1600" kern="1200" smtClean="0">
          <a:solidFill>
            <a:schemeClr val="tx2"/>
          </a:solidFill>
          <a:latin typeface="+mn-lt"/>
          <a:ea typeface="+mn-ea"/>
          <a:cs typeface="+mn-cs"/>
        </a:defRPr>
      </a:lvl4pPr>
      <a:lvl5pPr marL="1160463" indent="-26193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lang="en-US"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9">
          <p15:clr>
            <a:srgbClr val="F26B43"/>
          </p15:clr>
        </p15:guide>
        <p15:guide id="2" pos="7491">
          <p15:clr>
            <a:srgbClr val="F26B43"/>
          </p15:clr>
        </p15:guide>
        <p15:guide id="3" orient="horz" pos="2160">
          <p15:clr>
            <a:srgbClr val="F26B43"/>
          </p15:clr>
        </p15:guide>
        <p15:guide id="4" orient="horz" pos="935">
          <p15:clr>
            <a:srgbClr val="F26B43"/>
          </p15:clr>
        </p15:guide>
        <p15:guide id="5" orient="horz" pos="3838">
          <p15:clr>
            <a:srgbClr val="F26B43"/>
          </p15:clr>
        </p15:guide>
        <p15:guide id="6" orient="horz" pos="822">
          <p15:clr>
            <a:srgbClr val="F26B43"/>
          </p15:clr>
        </p15:guide>
        <p15:guide id="7" pos="3840">
          <p15:clr>
            <a:srgbClr val="F26B43"/>
          </p15:clr>
        </p15:guide>
        <p15:guide id="8" orient="horz" pos="131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olorPatch">
            <a:extLst>
              <a:ext uri="{FF2B5EF4-FFF2-40B4-BE49-F238E27FC236}">
                <a16:creationId xmlns:a16="http://schemas.microsoft.com/office/drawing/2014/main" id="{65F4699E-59A4-43A4-9A5C-D8BFD4B1E6D9}"/>
              </a:ext>
            </a:extLst>
          </p:cNvPr>
          <p:cNvSpPr/>
          <p:nvPr/>
        </p:nvSpPr>
        <p:spPr>
          <a:xfrm>
            <a:off x="-685800" y="5486400"/>
            <a:ext cx="317500" cy="317500"/>
          </a:xfrm>
          <a:prstGeom prst="rect">
            <a:avLst/>
          </a:prstGeom>
          <a:solidFill>
            <a:srgbClr val="E9E9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40" name="ColorPatch">
            <a:extLst>
              <a:ext uri="{FF2B5EF4-FFF2-40B4-BE49-F238E27FC236}">
                <a16:creationId xmlns:a16="http://schemas.microsoft.com/office/drawing/2014/main" id="{1B167F27-4BE8-4B9C-A3D6-12AB9D6515A0}"/>
              </a:ext>
            </a:extLst>
          </p:cNvPr>
          <p:cNvSpPr/>
          <p:nvPr/>
        </p:nvSpPr>
        <p:spPr>
          <a:xfrm>
            <a:off x="-685800" y="5143500"/>
            <a:ext cx="317500" cy="317500"/>
          </a:xfrm>
          <a:prstGeom prst="rect">
            <a:avLst/>
          </a:prstGeom>
          <a:solidFill>
            <a:srgbClr val="D1D1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39" name="ColorPatch">
            <a:extLst>
              <a:ext uri="{FF2B5EF4-FFF2-40B4-BE49-F238E27FC236}">
                <a16:creationId xmlns:a16="http://schemas.microsoft.com/office/drawing/2014/main" id="{62C30C2F-9D3D-402B-9C93-7BB3D257A941}"/>
              </a:ext>
            </a:extLst>
          </p:cNvPr>
          <p:cNvSpPr/>
          <p:nvPr/>
        </p:nvSpPr>
        <p:spPr>
          <a:xfrm>
            <a:off x="-685800" y="4800600"/>
            <a:ext cx="317500" cy="317500"/>
          </a:xfrm>
          <a:prstGeom prst="rect">
            <a:avLst/>
          </a:prstGeom>
          <a:solidFill>
            <a:srgbClr val="A2A2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38" name="ColorPatch">
            <a:extLst>
              <a:ext uri="{FF2B5EF4-FFF2-40B4-BE49-F238E27FC236}">
                <a16:creationId xmlns:a16="http://schemas.microsoft.com/office/drawing/2014/main" id="{D6517BE0-9063-4916-BC84-EDE406E9CDE4}"/>
              </a:ext>
            </a:extLst>
          </p:cNvPr>
          <p:cNvSpPr/>
          <p:nvPr/>
        </p:nvSpPr>
        <p:spPr>
          <a:xfrm>
            <a:off x="-685800" y="4457700"/>
            <a:ext cx="317500" cy="317500"/>
          </a:xfrm>
          <a:prstGeom prst="rect">
            <a:avLst/>
          </a:prstGeom>
          <a:solidFill>
            <a:srgbClr val="7474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37" name="ColorPatch">
            <a:extLst>
              <a:ext uri="{FF2B5EF4-FFF2-40B4-BE49-F238E27FC236}">
                <a16:creationId xmlns:a16="http://schemas.microsoft.com/office/drawing/2014/main" id="{B5249DC3-A9A0-4038-AEE9-AEBFB5D0089D}"/>
              </a:ext>
            </a:extLst>
          </p:cNvPr>
          <p:cNvSpPr/>
          <p:nvPr/>
        </p:nvSpPr>
        <p:spPr>
          <a:xfrm>
            <a:off x="-685800" y="4114800"/>
            <a:ext cx="317500" cy="317500"/>
          </a:xfrm>
          <a:prstGeom prst="rect">
            <a:avLst/>
          </a:prstGeom>
          <a:solidFill>
            <a:srgbClr val="4646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36" name="ColorPatch">
            <a:extLst>
              <a:ext uri="{FF2B5EF4-FFF2-40B4-BE49-F238E27FC236}">
                <a16:creationId xmlns:a16="http://schemas.microsoft.com/office/drawing/2014/main" id="{18A6D389-12F3-4EC1-8CC2-242EFF07CB1C}"/>
              </a:ext>
            </a:extLst>
          </p:cNvPr>
          <p:cNvSpPr/>
          <p:nvPr/>
        </p:nvSpPr>
        <p:spPr>
          <a:xfrm>
            <a:off x="-685800" y="3771900"/>
            <a:ext cx="317500" cy="317500"/>
          </a:xfrm>
          <a:prstGeom prst="rect">
            <a:avLst/>
          </a:prstGeom>
          <a:solidFill>
            <a:srgbClr val="E2BF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35" name="ColorPatch">
            <a:extLst>
              <a:ext uri="{FF2B5EF4-FFF2-40B4-BE49-F238E27FC236}">
                <a16:creationId xmlns:a16="http://schemas.microsoft.com/office/drawing/2014/main" id="{2ADD0FF6-E42B-4A48-AA80-7BFCC31B080A}"/>
              </a:ext>
            </a:extLst>
          </p:cNvPr>
          <p:cNvSpPr/>
          <p:nvPr/>
        </p:nvSpPr>
        <p:spPr>
          <a:xfrm>
            <a:off x="-685800" y="3429000"/>
            <a:ext cx="317500" cy="317500"/>
          </a:xfrm>
          <a:prstGeom prst="rect">
            <a:avLst/>
          </a:prstGeom>
          <a:solidFill>
            <a:srgbClr val="C57F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34" name="ColorPatch">
            <a:extLst>
              <a:ext uri="{FF2B5EF4-FFF2-40B4-BE49-F238E27FC236}">
                <a16:creationId xmlns:a16="http://schemas.microsoft.com/office/drawing/2014/main" id="{B669360D-4B82-4260-88C6-0543CF560378}"/>
              </a:ext>
            </a:extLst>
          </p:cNvPr>
          <p:cNvSpPr/>
          <p:nvPr/>
        </p:nvSpPr>
        <p:spPr>
          <a:xfrm>
            <a:off x="-685800" y="3086100"/>
            <a:ext cx="317500" cy="317500"/>
          </a:xfrm>
          <a:prstGeom prst="rect">
            <a:avLst/>
          </a:prstGeom>
          <a:solidFill>
            <a:srgbClr val="A940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33" name="ColorPatch">
            <a:extLst>
              <a:ext uri="{FF2B5EF4-FFF2-40B4-BE49-F238E27FC236}">
                <a16:creationId xmlns:a16="http://schemas.microsoft.com/office/drawing/2014/main" id="{B042156B-6D14-4769-85DE-0BC6133DC1EA}"/>
              </a:ext>
            </a:extLst>
          </p:cNvPr>
          <p:cNvSpPr/>
          <p:nvPr/>
        </p:nvSpPr>
        <p:spPr>
          <a:xfrm>
            <a:off x="-685800" y="2743200"/>
            <a:ext cx="317500" cy="317500"/>
          </a:xfrm>
          <a:prstGeom prst="rect">
            <a:avLst/>
          </a:prstGeom>
          <a:solidFill>
            <a:srgbClr val="8C00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32" name="ColorPatch">
            <a:extLst>
              <a:ext uri="{FF2B5EF4-FFF2-40B4-BE49-F238E27FC236}">
                <a16:creationId xmlns:a16="http://schemas.microsoft.com/office/drawing/2014/main" id="{0A8AEA2A-477D-451D-A82D-F30F8990A07D}"/>
              </a:ext>
            </a:extLst>
          </p:cNvPr>
          <p:cNvSpPr/>
          <p:nvPr/>
        </p:nvSpPr>
        <p:spPr>
          <a:xfrm>
            <a:off x="-685800" y="2400300"/>
            <a:ext cx="317500" cy="317500"/>
          </a:xfrm>
          <a:prstGeom prst="rect">
            <a:avLst/>
          </a:prstGeom>
          <a:solidFill>
            <a:srgbClr val="C0D5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31" name="ColorPatch">
            <a:extLst>
              <a:ext uri="{FF2B5EF4-FFF2-40B4-BE49-F238E27FC236}">
                <a16:creationId xmlns:a16="http://schemas.microsoft.com/office/drawing/2014/main" id="{8CE1DB46-E195-40AF-8BEB-3E6873A1B2FA}"/>
              </a:ext>
            </a:extLst>
          </p:cNvPr>
          <p:cNvSpPr/>
          <p:nvPr/>
        </p:nvSpPr>
        <p:spPr>
          <a:xfrm>
            <a:off x="-685800" y="2057400"/>
            <a:ext cx="317500" cy="317500"/>
          </a:xfrm>
          <a:prstGeom prst="rect">
            <a:avLst/>
          </a:prstGeom>
          <a:solidFill>
            <a:srgbClr val="81AB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30" name="ColorPatch">
            <a:extLst>
              <a:ext uri="{FF2B5EF4-FFF2-40B4-BE49-F238E27FC236}">
                <a16:creationId xmlns:a16="http://schemas.microsoft.com/office/drawing/2014/main" id="{E0F1957D-72C6-4D6C-9201-6AA28AA6C57D}"/>
              </a:ext>
            </a:extLst>
          </p:cNvPr>
          <p:cNvSpPr/>
          <p:nvPr/>
        </p:nvSpPr>
        <p:spPr>
          <a:xfrm>
            <a:off x="-685800" y="1714500"/>
            <a:ext cx="317500" cy="317500"/>
          </a:xfrm>
          <a:prstGeom prst="rect">
            <a:avLst/>
          </a:prstGeom>
          <a:solidFill>
            <a:srgbClr val="4381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29" name="ColorPatch">
            <a:extLst>
              <a:ext uri="{FF2B5EF4-FFF2-40B4-BE49-F238E27FC236}">
                <a16:creationId xmlns:a16="http://schemas.microsoft.com/office/drawing/2014/main" id="{F00834CE-7B51-4FC1-989D-97A947599379}"/>
              </a:ext>
            </a:extLst>
          </p:cNvPr>
          <p:cNvSpPr/>
          <p:nvPr/>
        </p:nvSpPr>
        <p:spPr>
          <a:xfrm>
            <a:off x="-685800" y="1371600"/>
            <a:ext cx="317500" cy="317500"/>
          </a:xfrm>
          <a:prstGeom prst="rect">
            <a:avLst/>
          </a:prstGeom>
          <a:solidFill>
            <a:srgbClr val="0457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28" name="ColorPatch">
            <a:extLst>
              <a:ext uri="{FF2B5EF4-FFF2-40B4-BE49-F238E27FC236}">
                <a16:creationId xmlns:a16="http://schemas.microsoft.com/office/drawing/2014/main" id="{AB72B3FD-EF38-4401-99A2-12BA97E1031C}"/>
              </a:ext>
            </a:extLst>
          </p:cNvPr>
          <p:cNvSpPr/>
          <p:nvPr/>
        </p:nvSpPr>
        <p:spPr>
          <a:xfrm>
            <a:off x="-685800" y="1028700"/>
            <a:ext cx="317500" cy="317500"/>
          </a:xfrm>
          <a:prstGeom prst="rect">
            <a:avLst/>
          </a:prstGeom>
          <a:solidFill>
            <a:srgbClr val="D1EB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27" name="ColorPatch">
            <a:extLst>
              <a:ext uri="{FF2B5EF4-FFF2-40B4-BE49-F238E27FC236}">
                <a16:creationId xmlns:a16="http://schemas.microsoft.com/office/drawing/2014/main" id="{DB636BCE-D7BA-42A6-B589-71540B9DC5AD}"/>
              </a:ext>
            </a:extLst>
          </p:cNvPr>
          <p:cNvSpPr/>
          <p:nvPr/>
        </p:nvSpPr>
        <p:spPr>
          <a:xfrm>
            <a:off x="-685800" y="685800"/>
            <a:ext cx="317500" cy="317500"/>
          </a:xfrm>
          <a:prstGeom prst="rect">
            <a:avLst/>
          </a:prstGeom>
          <a:solidFill>
            <a:srgbClr val="A4D8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26" name="ColorPatch">
            <a:extLst>
              <a:ext uri="{FF2B5EF4-FFF2-40B4-BE49-F238E27FC236}">
                <a16:creationId xmlns:a16="http://schemas.microsoft.com/office/drawing/2014/main" id="{9D1EA9E9-05C1-4D17-8CE5-6492F824502A}"/>
              </a:ext>
            </a:extLst>
          </p:cNvPr>
          <p:cNvSpPr/>
          <p:nvPr/>
        </p:nvSpPr>
        <p:spPr>
          <a:xfrm>
            <a:off x="-685800" y="342900"/>
            <a:ext cx="317500" cy="317500"/>
          </a:xfrm>
          <a:prstGeom prst="rect">
            <a:avLst/>
          </a:prstGeom>
          <a:solidFill>
            <a:srgbClr val="77C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25" name="ColorPatch">
            <a:extLst>
              <a:ext uri="{FF2B5EF4-FFF2-40B4-BE49-F238E27FC236}">
                <a16:creationId xmlns:a16="http://schemas.microsoft.com/office/drawing/2014/main" id="{9A5ADA3E-3A73-4260-828D-18023D21EE0E}"/>
              </a:ext>
            </a:extLst>
          </p:cNvPr>
          <p:cNvSpPr/>
          <p:nvPr/>
        </p:nvSpPr>
        <p:spPr>
          <a:xfrm>
            <a:off x="-685800" y="0"/>
            <a:ext cx="317500" cy="317500"/>
          </a:xfrm>
          <a:prstGeom prst="rect">
            <a:avLst/>
          </a:prstGeom>
          <a:solidFill>
            <a:srgbClr val="49B1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24" name="ColorPatch">
            <a:extLst>
              <a:ext uri="{FF2B5EF4-FFF2-40B4-BE49-F238E27FC236}">
                <a16:creationId xmlns:a16="http://schemas.microsoft.com/office/drawing/2014/main" id="{177ED0F8-E668-4F55-9F61-0BADCC753B93}"/>
              </a:ext>
            </a:extLst>
          </p:cNvPr>
          <p:cNvSpPr/>
          <p:nvPr/>
        </p:nvSpPr>
        <p:spPr>
          <a:xfrm>
            <a:off x="-342900" y="5143500"/>
            <a:ext cx="317500" cy="317500"/>
          </a:xfrm>
          <a:prstGeom prst="rect">
            <a:avLst/>
          </a:prstGeom>
          <a:solidFill>
            <a:srgbClr val="F9B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23" name="ColorPatch">
            <a:extLst>
              <a:ext uri="{FF2B5EF4-FFF2-40B4-BE49-F238E27FC236}">
                <a16:creationId xmlns:a16="http://schemas.microsoft.com/office/drawing/2014/main" id="{8CD7E567-0649-47B4-B5F7-346B6C6FAE6E}"/>
              </a:ext>
            </a:extLst>
          </p:cNvPr>
          <p:cNvSpPr/>
          <p:nvPr/>
        </p:nvSpPr>
        <p:spPr>
          <a:xfrm>
            <a:off x="-342900" y="4800600"/>
            <a:ext cx="317500" cy="317500"/>
          </a:xfrm>
          <a:prstGeom prst="rect">
            <a:avLst/>
          </a:prstGeom>
          <a:solidFill>
            <a:srgbClr val="F27F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22" name="ColorPatch">
            <a:extLst>
              <a:ext uri="{FF2B5EF4-FFF2-40B4-BE49-F238E27FC236}">
                <a16:creationId xmlns:a16="http://schemas.microsoft.com/office/drawing/2014/main" id="{0B27B926-9D23-408B-B261-7474BA138B0E}"/>
              </a:ext>
            </a:extLst>
          </p:cNvPr>
          <p:cNvSpPr/>
          <p:nvPr/>
        </p:nvSpPr>
        <p:spPr>
          <a:xfrm>
            <a:off x="-342900" y="4457700"/>
            <a:ext cx="317500" cy="317500"/>
          </a:xfrm>
          <a:prstGeom prst="rect">
            <a:avLst/>
          </a:prstGeom>
          <a:solidFill>
            <a:srgbClr val="EC40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21" name="ColorPatch">
            <a:extLst>
              <a:ext uri="{FF2B5EF4-FFF2-40B4-BE49-F238E27FC236}">
                <a16:creationId xmlns:a16="http://schemas.microsoft.com/office/drawing/2014/main" id="{C79F16A5-2F29-42BB-88AB-9C69D7AB8969}"/>
              </a:ext>
            </a:extLst>
          </p:cNvPr>
          <p:cNvSpPr/>
          <p:nvPr/>
        </p:nvSpPr>
        <p:spPr>
          <a:xfrm>
            <a:off x="-342900" y="4114800"/>
            <a:ext cx="317500" cy="31750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20" name="ColorPatch">
            <a:extLst>
              <a:ext uri="{FF2B5EF4-FFF2-40B4-BE49-F238E27FC236}">
                <a16:creationId xmlns:a16="http://schemas.microsoft.com/office/drawing/2014/main" id="{7164F073-8D27-4C57-9FA9-5D80FC8EDB68}"/>
              </a:ext>
            </a:extLst>
          </p:cNvPr>
          <p:cNvSpPr/>
          <p:nvPr/>
        </p:nvSpPr>
        <p:spPr>
          <a:xfrm>
            <a:off x="-342900" y="3771900"/>
            <a:ext cx="317500" cy="317500"/>
          </a:xfrm>
          <a:prstGeom prst="rect">
            <a:avLst/>
          </a:prstGeom>
          <a:solidFill>
            <a:srgbClr val="FFF4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19" name="ColorPatch">
            <a:extLst>
              <a:ext uri="{FF2B5EF4-FFF2-40B4-BE49-F238E27FC236}">
                <a16:creationId xmlns:a16="http://schemas.microsoft.com/office/drawing/2014/main" id="{C400E972-E723-4251-BA45-FDC0E6CEEF6C}"/>
              </a:ext>
            </a:extLst>
          </p:cNvPr>
          <p:cNvSpPr/>
          <p:nvPr/>
        </p:nvSpPr>
        <p:spPr>
          <a:xfrm>
            <a:off x="-342900" y="3429000"/>
            <a:ext cx="317500" cy="317500"/>
          </a:xfrm>
          <a:prstGeom prst="rect">
            <a:avLst/>
          </a:prstGeom>
          <a:solidFill>
            <a:srgbClr val="FFE8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18" name="ColorPatch">
            <a:extLst>
              <a:ext uri="{FF2B5EF4-FFF2-40B4-BE49-F238E27FC236}">
                <a16:creationId xmlns:a16="http://schemas.microsoft.com/office/drawing/2014/main" id="{50D772BA-D4EE-40DA-B415-8EC283428CF5}"/>
              </a:ext>
            </a:extLst>
          </p:cNvPr>
          <p:cNvSpPr/>
          <p:nvPr/>
        </p:nvSpPr>
        <p:spPr>
          <a:xfrm>
            <a:off x="-342900" y="3086100"/>
            <a:ext cx="317500" cy="317500"/>
          </a:xfrm>
          <a:prstGeom prst="rect">
            <a:avLst/>
          </a:prstGeom>
          <a:solidFill>
            <a:srgbClr val="FFDD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17" name="ColorPatch">
            <a:extLst>
              <a:ext uri="{FF2B5EF4-FFF2-40B4-BE49-F238E27FC236}">
                <a16:creationId xmlns:a16="http://schemas.microsoft.com/office/drawing/2014/main" id="{6BEEA5BD-11E7-4F3D-BD73-EC2249E8CCEB}"/>
              </a:ext>
            </a:extLst>
          </p:cNvPr>
          <p:cNvSpPr/>
          <p:nvPr/>
        </p:nvSpPr>
        <p:spPr>
          <a:xfrm>
            <a:off x="-342900" y="2743200"/>
            <a:ext cx="317500" cy="3175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16" name="ColorPatch">
            <a:extLst>
              <a:ext uri="{FF2B5EF4-FFF2-40B4-BE49-F238E27FC236}">
                <a16:creationId xmlns:a16="http://schemas.microsoft.com/office/drawing/2014/main" id="{27A566A9-4C8D-4179-BE6D-6A885CF5E38A}"/>
              </a:ext>
            </a:extLst>
          </p:cNvPr>
          <p:cNvSpPr/>
          <p:nvPr/>
        </p:nvSpPr>
        <p:spPr>
          <a:xfrm>
            <a:off x="-342900" y="2400300"/>
            <a:ext cx="317500" cy="317500"/>
          </a:xfrm>
          <a:prstGeom prst="rect">
            <a:avLst/>
          </a:prstGeom>
          <a:solidFill>
            <a:srgbClr val="CEEC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15" name="ColorPatch">
            <a:extLst>
              <a:ext uri="{FF2B5EF4-FFF2-40B4-BE49-F238E27FC236}">
                <a16:creationId xmlns:a16="http://schemas.microsoft.com/office/drawing/2014/main" id="{98BB652E-B542-4A6D-842C-A8AFF7CF962D}"/>
              </a:ext>
            </a:extLst>
          </p:cNvPr>
          <p:cNvSpPr/>
          <p:nvPr/>
        </p:nvSpPr>
        <p:spPr>
          <a:xfrm>
            <a:off x="-342900" y="2057400"/>
            <a:ext cx="317500" cy="317500"/>
          </a:xfrm>
          <a:prstGeom prst="rect">
            <a:avLst/>
          </a:prstGeom>
          <a:solidFill>
            <a:srgbClr val="9DD9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14" name="ColorPatch">
            <a:extLst>
              <a:ext uri="{FF2B5EF4-FFF2-40B4-BE49-F238E27FC236}">
                <a16:creationId xmlns:a16="http://schemas.microsoft.com/office/drawing/2014/main" id="{7BE09878-3507-434C-8FBD-3253E93E01C8}"/>
              </a:ext>
            </a:extLst>
          </p:cNvPr>
          <p:cNvSpPr/>
          <p:nvPr/>
        </p:nvSpPr>
        <p:spPr>
          <a:xfrm>
            <a:off x="-342900" y="1714500"/>
            <a:ext cx="317500" cy="317500"/>
          </a:xfrm>
          <a:prstGeom prst="rect">
            <a:avLst/>
          </a:prstGeom>
          <a:solidFill>
            <a:srgbClr val="6DC7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12" name="ColorPatch">
            <a:extLst>
              <a:ext uri="{FF2B5EF4-FFF2-40B4-BE49-F238E27FC236}">
                <a16:creationId xmlns:a16="http://schemas.microsoft.com/office/drawing/2014/main" id="{2E26D6BD-036D-4346-A29B-7683021D70FB}"/>
              </a:ext>
            </a:extLst>
          </p:cNvPr>
          <p:cNvSpPr/>
          <p:nvPr/>
        </p:nvSpPr>
        <p:spPr>
          <a:xfrm>
            <a:off x="-342900" y="1371600"/>
            <a:ext cx="317500" cy="317500"/>
          </a:xfrm>
          <a:prstGeom prst="rect">
            <a:avLst/>
          </a:prstGeom>
          <a:solidFill>
            <a:srgbClr val="3CB4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11" name="ColorPatch">
            <a:extLst>
              <a:ext uri="{FF2B5EF4-FFF2-40B4-BE49-F238E27FC236}">
                <a16:creationId xmlns:a16="http://schemas.microsoft.com/office/drawing/2014/main" id="{D840EC2E-1487-4A69-A809-9929CDB60313}"/>
              </a:ext>
            </a:extLst>
          </p:cNvPr>
          <p:cNvSpPr/>
          <p:nvPr/>
        </p:nvSpPr>
        <p:spPr>
          <a:xfrm>
            <a:off x="-342900" y="1028700"/>
            <a:ext cx="317500" cy="317500"/>
          </a:xfrm>
          <a:prstGeom prst="rect">
            <a:avLst/>
          </a:prstGeom>
          <a:solidFill>
            <a:srgbClr val="C0C8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10" name="ColorPatch">
            <a:extLst>
              <a:ext uri="{FF2B5EF4-FFF2-40B4-BE49-F238E27FC236}">
                <a16:creationId xmlns:a16="http://schemas.microsoft.com/office/drawing/2014/main" id="{4BBE9809-F301-459A-87DE-3C5C95F62870}"/>
              </a:ext>
            </a:extLst>
          </p:cNvPr>
          <p:cNvSpPr/>
          <p:nvPr/>
        </p:nvSpPr>
        <p:spPr>
          <a:xfrm>
            <a:off x="-342900" y="685800"/>
            <a:ext cx="317500" cy="317500"/>
          </a:xfrm>
          <a:prstGeom prst="rect">
            <a:avLst/>
          </a:prstGeom>
          <a:solidFill>
            <a:srgbClr val="8191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8" name="ColorPatch">
            <a:extLst>
              <a:ext uri="{FF2B5EF4-FFF2-40B4-BE49-F238E27FC236}">
                <a16:creationId xmlns:a16="http://schemas.microsoft.com/office/drawing/2014/main" id="{AD5D23E8-FC29-4F12-AB2C-C32E10546318}"/>
              </a:ext>
            </a:extLst>
          </p:cNvPr>
          <p:cNvSpPr/>
          <p:nvPr/>
        </p:nvSpPr>
        <p:spPr>
          <a:xfrm>
            <a:off x="-342900" y="342900"/>
            <a:ext cx="317500" cy="317500"/>
          </a:xfrm>
          <a:prstGeom prst="rect">
            <a:avLst/>
          </a:prstGeom>
          <a:solidFill>
            <a:srgbClr val="425A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7" name="ColorPatch">
            <a:extLst>
              <a:ext uri="{FF2B5EF4-FFF2-40B4-BE49-F238E27FC236}">
                <a16:creationId xmlns:a16="http://schemas.microsoft.com/office/drawing/2014/main" id="{57149537-0C06-456D-A4A3-2FBB5503631B}"/>
              </a:ext>
            </a:extLst>
          </p:cNvPr>
          <p:cNvSpPr/>
          <p:nvPr/>
        </p:nvSpPr>
        <p:spPr>
          <a:xfrm>
            <a:off x="-342900" y="0"/>
            <a:ext cx="317500" cy="3175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  <a:prstGeom prst="rect">
            <a:avLst/>
          </a:prstGeom>
        </p:spPr>
        <p:txBody>
          <a:bodyPr vert="horz" lIns="91440" tIns="45720" rIns="90000" bIns="45720" rtlCol="0" anchor="ctr">
            <a:noAutofit/>
          </a:bodyPr>
          <a:lstStyle/>
          <a:p>
            <a:pPr lvl="0" algn="r"/>
            <a:r>
              <a:rPr lang="en-US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0038" y="1484313"/>
            <a:ext cx="11591925" cy="4608512"/>
          </a:xfrm>
          <a:prstGeom prst="rect">
            <a:avLst/>
          </a:prstGeom>
        </p:spPr>
        <p:txBody>
          <a:bodyPr vert="horz" lIns="91440" tIns="45720" rIns="90000" bIns="45720" rtlCol="0">
            <a:noAutofit/>
          </a:bodyPr>
          <a:lstStyle/>
          <a:p>
            <a:pPr lvl="0"/>
            <a:r>
              <a:rPr lang="en-US"/>
              <a:t>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70600" y="6330968"/>
            <a:ext cx="5483314" cy="292554"/>
          </a:xfrm>
          <a:prstGeom prst="rect">
            <a:avLst/>
          </a:prstGeom>
        </p:spPr>
        <p:txBody>
          <a:bodyPr vert="horz" lIns="90000" tIns="45720" rIns="90000" bIns="45720" rtlCol="0" anchor="b"/>
          <a:lstStyle>
            <a:lvl1pPr algn="r">
              <a:defRPr lang="en-US" sz="1100" b="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10261" y="6330968"/>
            <a:ext cx="411004" cy="292554"/>
          </a:xfrm>
          <a:prstGeom prst="rect">
            <a:avLst/>
          </a:prstGeom>
        </p:spPr>
        <p:txBody>
          <a:bodyPr vert="horz" lIns="0" tIns="46800" rIns="0" bIns="46800" rtlCol="0" anchor="b"/>
          <a:lstStyle>
            <a:lvl1pPr algn="r">
              <a:defRPr lang="en-US" sz="1100" b="0" smtClean="0">
                <a:solidFill>
                  <a:schemeClr val="tx2"/>
                </a:solidFill>
              </a:defRPr>
            </a:lvl1pPr>
          </a:lstStyle>
          <a:p>
            <a:fld id="{62A42E78-4FE3-4E16-9FB9-64A349BFE3FC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57517" y="6330968"/>
            <a:ext cx="1184909" cy="2925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00" b="0">
                <a:solidFill>
                  <a:schemeClr val="tx2"/>
                </a:solidFill>
              </a:defRPr>
            </a:lvl1pPr>
          </a:lstStyle>
          <a:p>
            <a:fld id="{DB7C3CC2-4ACF-4082-8C17-0BF2B4046567}" type="datetime5">
              <a:rPr lang="en-US" smtClean="0"/>
              <a:t>26-Jun-25</a:t>
            </a:fld>
            <a:endParaRPr lang="fr-FR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3DE2817A-3634-41C4-BE77-0740C5A7811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1556" y="6094699"/>
            <a:ext cx="990025" cy="76320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7CD4E90-0AD7-41F7-BEF4-B339EC998E49}"/>
              </a:ext>
            </a:extLst>
          </p:cNvPr>
          <p:cNvSpPr/>
          <p:nvPr/>
        </p:nvSpPr>
        <p:spPr>
          <a:xfrm>
            <a:off x="12004894" y="0"/>
            <a:ext cx="187105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901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hf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lang="en-US" sz="3600" b="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1938" indent="-261938" algn="l" defTabSz="914400" rtl="0" eaLnBrk="1" latinLnBrk="0" hangingPunct="1">
        <a:lnSpc>
          <a:spcPct val="10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lang="en-US" sz="24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536575" indent="-2667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812800" indent="-27305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lang="en-US" sz="18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987425" indent="-26828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lang="en-US" sz="1600" kern="1200" smtClean="0">
          <a:solidFill>
            <a:schemeClr val="tx2"/>
          </a:solidFill>
          <a:latin typeface="+mn-lt"/>
          <a:ea typeface="+mn-ea"/>
          <a:cs typeface="+mn-cs"/>
        </a:defRPr>
      </a:lvl4pPr>
      <a:lvl5pPr marL="1160463" indent="-26193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lang="en-US"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9">
          <p15:clr>
            <a:srgbClr val="F26B43"/>
          </p15:clr>
        </p15:guide>
        <p15:guide id="2" pos="7491">
          <p15:clr>
            <a:srgbClr val="F26B43"/>
          </p15:clr>
        </p15:guide>
        <p15:guide id="3" orient="horz" pos="2160">
          <p15:clr>
            <a:srgbClr val="F26B43"/>
          </p15:clr>
        </p15:guide>
        <p15:guide id="4" orient="horz" pos="935">
          <p15:clr>
            <a:srgbClr val="F26B43"/>
          </p15:clr>
        </p15:guide>
        <p15:guide id="5" orient="horz" pos="3838">
          <p15:clr>
            <a:srgbClr val="F26B43"/>
          </p15:clr>
        </p15:guide>
        <p15:guide id="6" orient="horz" pos="822">
          <p15:clr>
            <a:srgbClr val="F26B43"/>
          </p15:clr>
        </p15:guide>
        <p15:guide id="7" pos="3840">
          <p15:clr>
            <a:srgbClr val="F26B43"/>
          </p15:clr>
        </p15:guide>
        <p15:guide id="8" orient="horz" pos="131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svg"/><Relationship Id="rId3" Type="http://schemas.openxmlformats.org/officeDocument/2006/relationships/image" Target="../media/image11.jpeg"/><Relationship Id="rId7" Type="http://schemas.openxmlformats.org/officeDocument/2006/relationships/image" Target="../media/image15.sv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svg"/><Relationship Id="rId3" Type="http://schemas.openxmlformats.org/officeDocument/2006/relationships/image" Target="../media/image11.jpeg"/><Relationship Id="rId7" Type="http://schemas.openxmlformats.org/officeDocument/2006/relationships/image" Target="../media/image15.sv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svg"/><Relationship Id="rId3" Type="http://schemas.openxmlformats.org/officeDocument/2006/relationships/image" Target="../media/image11.jpeg"/><Relationship Id="rId7" Type="http://schemas.openxmlformats.org/officeDocument/2006/relationships/image" Target="../media/image15.sv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svg"/><Relationship Id="rId3" Type="http://schemas.openxmlformats.org/officeDocument/2006/relationships/image" Target="../media/image11.jpeg"/><Relationship Id="rId7" Type="http://schemas.openxmlformats.org/officeDocument/2006/relationships/image" Target="../media/image15.sv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svg"/><Relationship Id="rId3" Type="http://schemas.openxmlformats.org/officeDocument/2006/relationships/image" Target="../media/image11.jpeg"/><Relationship Id="rId7" Type="http://schemas.openxmlformats.org/officeDocument/2006/relationships/image" Target="../media/image15.sv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://www.st.com/" TargetMode="Externa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brandportal.st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FB49D3ED-12A5-44AC-B654-9458A5FBEC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99" y="2077965"/>
            <a:ext cx="5795963" cy="2702071"/>
          </a:xfrm>
        </p:spPr>
        <p:txBody>
          <a:bodyPr/>
          <a:lstStyle/>
          <a:p>
            <a:r>
              <a:rPr lang="en-US" sz="5400" dirty="0"/>
              <a:t>A</a:t>
            </a:r>
            <a:r>
              <a:rPr lang="en-US" sz="4000" b="0" dirty="0"/>
              <a:t>utomatic</a:t>
            </a:r>
            <a:r>
              <a:rPr lang="en-US" sz="4000" dirty="0"/>
              <a:t> </a:t>
            </a:r>
            <a:br>
              <a:rPr lang="en-US" sz="4000" dirty="0"/>
            </a:br>
            <a:r>
              <a:rPr lang="en-US" sz="5400" dirty="0"/>
              <a:t>R</a:t>
            </a:r>
            <a:r>
              <a:rPr lang="en-US" sz="4400" b="0" dirty="0"/>
              <a:t>eport</a:t>
            </a:r>
            <a:r>
              <a:rPr lang="en-US" sz="4400" dirty="0"/>
              <a:t> </a:t>
            </a:r>
            <a:br>
              <a:rPr lang="en-US" sz="4400" dirty="0"/>
            </a:br>
            <a:r>
              <a:rPr lang="en-US" sz="5400" dirty="0"/>
              <a:t>T</a:t>
            </a:r>
            <a:r>
              <a:rPr lang="en-US" sz="4400" b="0" dirty="0"/>
              <a:t>ool</a:t>
            </a:r>
            <a:r>
              <a:rPr lang="en-US" sz="4400" dirty="0"/>
              <a:t> </a:t>
            </a:r>
            <a:br>
              <a:rPr lang="en-US" sz="4400" dirty="0"/>
            </a:br>
            <a:r>
              <a:rPr lang="en-US" dirty="0"/>
              <a:t>.</a:t>
            </a:r>
            <a:r>
              <a:rPr lang="en-US" dirty="0" err="1"/>
              <a:t>stdf</a:t>
            </a:r>
            <a:endParaRPr lang="en-US" dirty="0"/>
          </a:p>
        </p:txBody>
      </p:sp>
      <p:sp>
        <p:nvSpPr>
          <p:cNvPr id="16" name="Subtitle 15">
            <a:extLst>
              <a:ext uri="{FF2B5EF4-FFF2-40B4-BE49-F238E27FC236}">
                <a16:creationId xmlns:a16="http://schemas.microsoft.com/office/drawing/2014/main" id="{12613E07-DCF2-4461-AFF5-7A705127F6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9" y="5742855"/>
            <a:ext cx="5795963" cy="699939"/>
          </a:xfrm>
        </p:spPr>
        <p:txBody>
          <a:bodyPr/>
          <a:lstStyle/>
          <a:p>
            <a:r>
              <a:rPr lang="en-US" dirty="0"/>
              <a:t>Terranova Matteo</a:t>
            </a:r>
            <a:br>
              <a:rPr lang="en-US" dirty="0"/>
            </a:br>
            <a:r>
              <a:rPr lang="en-US" dirty="0"/>
              <a:t>18 Jun 2025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51288F-4013-FF3D-DC34-B1E58F9B44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63674" y="-2400162"/>
            <a:ext cx="11603759" cy="11658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822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A57E6-3DEB-D56A-9283-0C51F121B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CC8AD426-1013-7DBF-4C38-B04079ACF3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99" y="2077965"/>
            <a:ext cx="5795963" cy="2702071"/>
          </a:xfrm>
        </p:spPr>
        <p:txBody>
          <a:bodyPr/>
          <a:lstStyle/>
          <a:p>
            <a:r>
              <a:rPr lang="en-US" sz="5400" dirty="0"/>
              <a:t>A</a:t>
            </a:r>
            <a:r>
              <a:rPr lang="en-US" sz="4000" b="0" dirty="0"/>
              <a:t>utomatic</a:t>
            </a:r>
            <a:r>
              <a:rPr lang="en-US" sz="4000" dirty="0"/>
              <a:t> </a:t>
            </a:r>
            <a:br>
              <a:rPr lang="en-US" sz="4000" dirty="0"/>
            </a:br>
            <a:r>
              <a:rPr lang="en-US" sz="5400" dirty="0"/>
              <a:t>R</a:t>
            </a:r>
            <a:r>
              <a:rPr lang="en-US" sz="4400" b="0" dirty="0"/>
              <a:t>eport</a:t>
            </a:r>
            <a:r>
              <a:rPr lang="en-US" sz="4400" dirty="0"/>
              <a:t> </a:t>
            </a:r>
            <a:br>
              <a:rPr lang="en-US" sz="4400" dirty="0"/>
            </a:br>
            <a:r>
              <a:rPr lang="en-US" sz="5400" dirty="0"/>
              <a:t>T</a:t>
            </a:r>
            <a:r>
              <a:rPr lang="en-US" sz="4400" b="0" dirty="0"/>
              <a:t>ool</a:t>
            </a:r>
            <a:r>
              <a:rPr lang="en-US" sz="4400" dirty="0"/>
              <a:t> </a:t>
            </a:r>
            <a:br>
              <a:rPr lang="en-US" sz="4400" dirty="0"/>
            </a:br>
            <a:r>
              <a:rPr lang="en-US" dirty="0"/>
              <a:t>.</a:t>
            </a:r>
            <a:r>
              <a:rPr lang="en-US" dirty="0" err="1"/>
              <a:t>stdf</a:t>
            </a:r>
            <a:endParaRPr lang="en-US" dirty="0"/>
          </a:p>
        </p:txBody>
      </p:sp>
      <p:sp>
        <p:nvSpPr>
          <p:cNvPr id="16" name="Subtitle 15">
            <a:extLst>
              <a:ext uri="{FF2B5EF4-FFF2-40B4-BE49-F238E27FC236}">
                <a16:creationId xmlns:a16="http://schemas.microsoft.com/office/drawing/2014/main" id="{A4E33A14-BAA0-1E87-382B-12170C236F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9" y="5742855"/>
            <a:ext cx="5795963" cy="699939"/>
          </a:xfrm>
        </p:spPr>
        <p:txBody>
          <a:bodyPr/>
          <a:lstStyle/>
          <a:p>
            <a:r>
              <a:rPr lang="en-US" dirty="0"/>
              <a:t>Terranova Matteo</a:t>
            </a:r>
            <a:br>
              <a:rPr lang="en-US" dirty="0"/>
            </a:br>
            <a:r>
              <a:rPr lang="en-US" dirty="0"/>
              <a:t>18 Jun 2025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1F8626-6F80-2CF0-939D-8BBA0350FD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425441" y="1077588"/>
            <a:ext cx="4164276" cy="4183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1420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3B0CBD12-A825-4391-872F-63C83DC695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98448"/>
            <a:ext cx="4380489" cy="5559552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627F575E-9CB8-405E-95F3-D14433F18AD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5204" y="6094700"/>
            <a:ext cx="989409" cy="763207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05CC5D8-E1B1-4E89-81EB-2AFC5E26D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What's new?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181C0A1-3BA3-4A4E-B57F-CF3A248903CC}"/>
              </a:ext>
            </a:extLst>
          </p:cNvPr>
          <p:cNvSpPr txBox="1"/>
          <p:nvPr/>
        </p:nvSpPr>
        <p:spPr>
          <a:xfrm>
            <a:off x="4692969" y="1484313"/>
            <a:ext cx="822960" cy="82296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bg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400" b="1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FD81BB0-2710-4D09-8D46-776D0E822E2D}"/>
              </a:ext>
            </a:extLst>
          </p:cNvPr>
          <p:cNvSpPr txBox="1"/>
          <p:nvPr/>
        </p:nvSpPr>
        <p:spPr>
          <a:xfrm>
            <a:off x="4692969" y="2746164"/>
            <a:ext cx="822960" cy="82296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bg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4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24F9C8F-8EDD-47EF-83F4-8B656854273A}"/>
              </a:ext>
            </a:extLst>
          </p:cNvPr>
          <p:cNvSpPr txBox="1"/>
          <p:nvPr/>
        </p:nvSpPr>
        <p:spPr>
          <a:xfrm>
            <a:off x="5582604" y="1484313"/>
            <a:ext cx="6309359" cy="822960"/>
          </a:xfrm>
          <a:prstGeom prst="rect">
            <a:avLst/>
          </a:prstGeom>
          <a:solidFill>
            <a:schemeClr val="bg2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tlCol="0" anchor="ctr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buClr>
                <a:srgbClr val="03234B"/>
              </a:buClr>
              <a:defRPr sz="1799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1799" b="1" dirty="0">
                <a:solidFill>
                  <a:schemeClr val="accent1"/>
                </a:solidFill>
              </a:rPr>
              <a:t>FULLY AUTOMATIC</a:t>
            </a:r>
            <a:endParaRPr lang="en-US" sz="1799" dirty="0">
              <a:solidFill>
                <a:schemeClr val="accent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2AE85C8-2AFD-4102-8DBA-96D59BF806EF}"/>
              </a:ext>
            </a:extLst>
          </p:cNvPr>
          <p:cNvSpPr txBox="1"/>
          <p:nvPr/>
        </p:nvSpPr>
        <p:spPr>
          <a:xfrm>
            <a:off x="4692969" y="4008015"/>
            <a:ext cx="822960" cy="82296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bg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400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43A04CE-6032-422F-A029-F22693E8DB00}"/>
              </a:ext>
            </a:extLst>
          </p:cNvPr>
          <p:cNvSpPr txBox="1"/>
          <p:nvPr/>
        </p:nvSpPr>
        <p:spPr>
          <a:xfrm>
            <a:off x="4692969" y="5269865"/>
            <a:ext cx="822960" cy="82296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bg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400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970C107-D3B1-424C-9DB6-AFAB9E1EC26F}"/>
              </a:ext>
            </a:extLst>
          </p:cNvPr>
          <p:cNvSpPr txBox="1"/>
          <p:nvPr/>
        </p:nvSpPr>
        <p:spPr>
          <a:xfrm>
            <a:off x="5597844" y="2746164"/>
            <a:ext cx="6309360" cy="822960"/>
          </a:xfrm>
          <a:prstGeom prst="rect">
            <a:avLst/>
          </a:prstGeom>
          <a:solidFill>
            <a:schemeClr val="bg2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tlCol="0" anchor="ctr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buClr>
                <a:srgbClr val="03234B"/>
              </a:buClr>
              <a:defRPr sz="1799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1799" b="1" dirty="0">
                <a:solidFill>
                  <a:schemeClr val="accent1"/>
                </a:solidFill>
              </a:rPr>
              <a:t>TEST CONDITION &amp; SHMOO</a:t>
            </a:r>
            <a:endParaRPr 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2A48609-21DA-44D7-BD61-98D341195DD7}"/>
              </a:ext>
            </a:extLst>
          </p:cNvPr>
          <p:cNvSpPr txBox="1"/>
          <p:nvPr/>
        </p:nvSpPr>
        <p:spPr>
          <a:xfrm>
            <a:off x="5597844" y="4008015"/>
            <a:ext cx="6309360" cy="822960"/>
          </a:xfrm>
          <a:prstGeom prst="rect">
            <a:avLst/>
          </a:prstGeom>
          <a:solidFill>
            <a:schemeClr val="bg2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tlCol="0" anchor="ctr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buClr>
                <a:srgbClr val="03234B"/>
              </a:buClr>
              <a:defRPr sz="1799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b="1" dirty="0"/>
              <a:t>ALL PYTHON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6797DD3-3515-44C5-8C72-A665A8468B0A}"/>
              </a:ext>
            </a:extLst>
          </p:cNvPr>
          <p:cNvSpPr txBox="1"/>
          <p:nvPr/>
        </p:nvSpPr>
        <p:spPr>
          <a:xfrm>
            <a:off x="5597844" y="5269865"/>
            <a:ext cx="6309360" cy="822960"/>
          </a:xfrm>
          <a:prstGeom prst="rect">
            <a:avLst/>
          </a:prstGeom>
          <a:solidFill>
            <a:schemeClr val="bg2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tlCol="0" anchor="ctr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buClr>
                <a:srgbClr val="03234B"/>
              </a:buClr>
              <a:defRPr sz="1799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1799" b="1" dirty="0">
                <a:solidFill>
                  <a:schemeClr val="accent1"/>
                </a:solidFill>
              </a:rPr>
              <a:t>TIME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F2CEBE-66B2-4617-9AC1-C4D6C874F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42E78-4FE3-4E16-9FB9-64A349BFE3FC}" type="slidenum">
              <a:rPr lang="fr-FR" smtClean="0"/>
              <a:pPr/>
              <a:t>3</a:t>
            </a:fld>
            <a:endParaRPr lang="fr-FR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6A4728E-14B6-39BC-C1BA-B1B19CAE02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28810" y="1533726"/>
            <a:ext cx="751277" cy="751277"/>
          </a:xfrm>
          <a:prstGeom prst="rect">
            <a:avLst/>
          </a:prstGeom>
        </p:spPr>
      </p:pic>
      <p:pic>
        <p:nvPicPr>
          <p:cNvPr id="5" name="Graphic 4" descr="New with solid fill">
            <a:extLst>
              <a:ext uri="{FF2B5EF4-FFF2-40B4-BE49-F238E27FC236}">
                <a16:creationId xmlns:a16="http://schemas.microsoft.com/office/drawing/2014/main" id="{EDA2D8EA-F1DB-5219-A337-AC4027386D4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4744796" y="2782005"/>
            <a:ext cx="751277" cy="75127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BD597137-3852-4DEF-D774-2CC8EF733F1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4799098" y="4114145"/>
            <a:ext cx="610700" cy="610700"/>
          </a:xfrm>
          <a:prstGeom prst="rect">
            <a:avLst/>
          </a:prstGeom>
        </p:spPr>
      </p:pic>
      <p:pic>
        <p:nvPicPr>
          <p:cNvPr id="7" name="Graphic 6" descr="Downward trend graph with solid fill">
            <a:extLst>
              <a:ext uri="{FF2B5EF4-FFF2-40B4-BE49-F238E27FC236}">
                <a16:creationId xmlns:a16="http://schemas.microsoft.com/office/drawing/2014/main" id="{F80C8267-C6AE-342C-02BF-05F23F9CCD0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 rot="10800000" flipH="1" flipV="1">
            <a:off x="4799098" y="5375995"/>
            <a:ext cx="610700" cy="6107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DDB4142-B19D-188D-AFCC-73C40B58FF7B}"/>
              </a:ext>
            </a:extLst>
          </p:cNvPr>
          <p:cNvSpPr txBox="1"/>
          <p:nvPr/>
        </p:nvSpPr>
        <p:spPr>
          <a:xfrm>
            <a:off x="12623800" y="2307273"/>
            <a:ext cx="7315200" cy="1476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99" dirty="0">
                <a:solidFill>
                  <a:schemeClr val="accent1"/>
                </a:solidFill>
              </a:rPr>
              <a:t>all reports are generated completely automatically from an STDF. There is no longer a need to choose what to generate, enter product flow and other data. The code autonomously understands the context, executes API requests to obtain missing data, and starts the generation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101063-4DE2-F8FD-F936-7190798021E4}"/>
              </a:ext>
            </a:extLst>
          </p:cNvPr>
          <p:cNvSpPr txBox="1"/>
          <p:nvPr/>
        </p:nvSpPr>
        <p:spPr>
          <a:xfrm>
            <a:off x="12623800" y="3632976"/>
            <a:ext cx="7315200" cy="1199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buClr>
                <a:srgbClr val="03234B"/>
              </a:buClr>
            </a:pPr>
            <a:r>
              <a:rPr lang="en-US" sz="1799" b="1" dirty="0">
                <a:solidFill>
                  <a:schemeClr val="accent1"/>
                </a:solidFill>
              </a:rPr>
              <a:t>Test condition: </a:t>
            </a:r>
            <a:r>
              <a:rPr lang="en-US" sz="1799" dirty="0">
                <a:solidFill>
                  <a:schemeClr val="accent1"/>
                </a:solidFill>
              </a:rPr>
              <a:t>from an </a:t>
            </a:r>
            <a:r>
              <a:rPr lang="en-US" sz="1799" dirty="0" err="1">
                <a:solidFill>
                  <a:schemeClr val="accent1"/>
                </a:solidFill>
              </a:rPr>
              <a:t>anaflow</a:t>
            </a:r>
            <a:r>
              <a:rPr lang="en-US" sz="1799" dirty="0">
                <a:solidFill>
                  <a:schemeClr val="accent1"/>
                </a:solidFill>
              </a:rPr>
              <a:t> VAL, extract all the information for each test for every composite present in the test program.</a:t>
            </a:r>
            <a:br>
              <a:rPr lang="en-US" sz="1799" dirty="0">
                <a:solidFill>
                  <a:schemeClr val="accent1"/>
                </a:solidFill>
              </a:rPr>
            </a:br>
            <a:r>
              <a:rPr lang="en-US" sz="1799" b="1" dirty="0">
                <a:solidFill>
                  <a:schemeClr val="accent1"/>
                </a:solidFill>
              </a:rPr>
              <a:t>Shmoo: </a:t>
            </a:r>
            <a:r>
              <a:rPr lang="en-US" sz="1799" dirty="0">
                <a:solidFill>
                  <a:schemeClr val="accent1"/>
                </a:solidFill>
              </a:rPr>
              <a:t>CONVERT into .</a:t>
            </a:r>
            <a:r>
              <a:rPr lang="en-US" sz="1799" dirty="0" err="1">
                <a:solidFill>
                  <a:schemeClr val="accent1"/>
                </a:solidFill>
              </a:rPr>
              <a:t>shm</a:t>
            </a:r>
            <a:r>
              <a:rPr lang="en-US" sz="1799" dirty="0">
                <a:solidFill>
                  <a:schemeClr val="accent1"/>
                </a:solidFill>
              </a:rPr>
              <a:t> files generated in an interactive HTML format like all other reports.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76388E-4DA2-D435-8C84-B47D555CB61A}"/>
              </a:ext>
            </a:extLst>
          </p:cNvPr>
          <p:cNvSpPr txBox="1"/>
          <p:nvPr/>
        </p:nvSpPr>
        <p:spPr>
          <a:xfrm>
            <a:off x="12623800" y="4830975"/>
            <a:ext cx="7315200" cy="646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99" dirty="0">
                <a:solidFill>
                  <a:schemeClr val="accent1"/>
                </a:solidFill>
              </a:rPr>
              <a:t>thanks to a converter developed from scratch, we no longer depend on an .exe executable that can only be launched on Windows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29FFD9-634B-9D59-39E3-05656465AA2C}"/>
              </a:ext>
            </a:extLst>
          </p:cNvPr>
          <p:cNvSpPr txBox="1"/>
          <p:nvPr/>
        </p:nvSpPr>
        <p:spPr>
          <a:xfrm>
            <a:off x="12694901" y="5977448"/>
            <a:ext cx="7315200" cy="646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99" dirty="0">
                <a:solidFill>
                  <a:schemeClr val="accent1"/>
                </a:solidFill>
              </a:rPr>
              <a:t>With all </a:t>
            </a:r>
            <a:r>
              <a:rPr lang="en-US" sz="1799" dirty="0" err="1">
                <a:solidFill>
                  <a:schemeClr val="accent1"/>
                </a:solidFill>
              </a:rPr>
              <a:t>py</a:t>
            </a:r>
            <a:r>
              <a:rPr lang="en-US" sz="1799" dirty="0">
                <a:solidFill>
                  <a:schemeClr val="accent1"/>
                </a:solidFill>
              </a:rPr>
              <a:t>, we went from an extraction time of </a:t>
            </a:r>
            <a:r>
              <a:rPr lang="en-US" sz="1799" u="sng" dirty="0">
                <a:solidFill>
                  <a:schemeClr val="accent1"/>
                </a:solidFill>
              </a:rPr>
              <a:t>12 hours to 5 minutes</a:t>
            </a:r>
            <a:r>
              <a:rPr lang="en-US" sz="1799" dirty="0">
                <a:solidFill>
                  <a:schemeClr val="accent1"/>
                </a:solidFill>
              </a:rPr>
              <a:t>. Furthermore, the data is all dynamic in the code, and we no longer need to use static files, thus saving an unquantifiable amount of reading and writing time</a:t>
            </a:r>
            <a:r>
              <a:rPr lang="en-US" sz="1799" b="1" dirty="0">
                <a:solidFill>
                  <a:schemeClr val="accent1"/>
                </a:solidFill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0444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61981-8605-140E-3F20-B5C6782D6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F6F829CC-7672-F994-9E03-D048DEFAB5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98448"/>
            <a:ext cx="4380489" cy="5559552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CD721E2E-0B1A-1EEB-189E-C7EA6A6CDC6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5204" y="6094700"/>
            <a:ext cx="989409" cy="763207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02C65DD-D080-FC94-E5A7-62465D274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What's new?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8335CC7-9674-8EDC-BDBF-6482E8808C5D}"/>
              </a:ext>
            </a:extLst>
          </p:cNvPr>
          <p:cNvSpPr txBox="1"/>
          <p:nvPr/>
        </p:nvSpPr>
        <p:spPr>
          <a:xfrm>
            <a:off x="4692969" y="1484313"/>
            <a:ext cx="822960" cy="82296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bg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400" b="1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798C34C-701D-BCD0-30EB-662FA28AA304}"/>
              </a:ext>
            </a:extLst>
          </p:cNvPr>
          <p:cNvSpPr txBox="1"/>
          <p:nvPr/>
        </p:nvSpPr>
        <p:spPr>
          <a:xfrm>
            <a:off x="4692969" y="7114968"/>
            <a:ext cx="822960" cy="82296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bg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4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1D66BAE-7A81-D0A0-7B68-2B3547E8F033}"/>
              </a:ext>
            </a:extLst>
          </p:cNvPr>
          <p:cNvSpPr txBox="1"/>
          <p:nvPr/>
        </p:nvSpPr>
        <p:spPr>
          <a:xfrm>
            <a:off x="5582604" y="1484313"/>
            <a:ext cx="6309359" cy="822960"/>
          </a:xfrm>
          <a:prstGeom prst="rect">
            <a:avLst/>
          </a:prstGeom>
          <a:solidFill>
            <a:schemeClr val="bg2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tlCol="0" anchor="ctr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buClr>
                <a:srgbClr val="03234B"/>
              </a:buClr>
              <a:defRPr sz="1799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1799" b="1" dirty="0">
                <a:solidFill>
                  <a:schemeClr val="accent1"/>
                </a:solidFill>
              </a:rPr>
              <a:t>FULLY AUTOMATIC</a:t>
            </a:r>
            <a:endParaRPr lang="en-US" sz="1799" dirty="0">
              <a:solidFill>
                <a:schemeClr val="accent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374EDE3-F0D3-949E-C715-03149E64F03E}"/>
              </a:ext>
            </a:extLst>
          </p:cNvPr>
          <p:cNvSpPr txBox="1"/>
          <p:nvPr/>
        </p:nvSpPr>
        <p:spPr>
          <a:xfrm>
            <a:off x="4692969" y="8376819"/>
            <a:ext cx="822960" cy="82296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bg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400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F77163-BD89-737D-8FA5-65127595EF75}"/>
              </a:ext>
            </a:extLst>
          </p:cNvPr>
          <p:cNvSpPr txBox="1"/>
          <p:nvPr/>
        </p:nvSpPr>
        <p:spPr>
          <a:xfrm>
            <a:off x="4692969" y="9638669"/>
            <a:ext cx="822960" cy="82296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bg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400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3B4CBE4-56C8-BAAC-820B-6CB0C910FE52}"/>
              </a:ext>
            </a:extLst>
          </p:cNvPr>
          <p:cNvSpPr txBox="1"/>
          <p:nvPr/>
        </p:nvSpPr>
        <p:spPr>
          <a:xfrm>
            <a:off x="5597844" y="7114968"/>
            <a:ext cx="6309360" cy="822960"/>
          </a:xfrm>
          <a:prstGeom prst="rect">
            <a:avLst/>
          </a:prstGeom>
          <a:solidFill>
            <a:schemeClr val="bg2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tlCol="0" anchor="ctr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buClr>
                <a:srgbClr val="03234B"/>
              </a:buClr>
              <a:defRPr sz="1799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1799" b="1" dirty="0">
                <a:solidFill>
                  <a:schemeClr val="accent1"/>
                </a:solidFill>
              </a:rPr>
              <a:t>TEST CONDITION &amp; SHMOO</a:t>
            </a:r>
            <a:endParaRPr 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DA39FE3-ABC0-7199-15D7-BD39A1C32F2C}"/>
              </a:ext>
            </a:extLst>
          </p:cNvPr>
          <p:cNvSpPr txBox="1"/>
          <p:nvPr/>
        </p:nvSpPr>
        <p:spPr>
          <a:xfrm>
            <a:off x="5597844" y="8376819"/>
            <a:ext cx="6309360" cy="822960"/>
          </a:xfrm>
          <a:prstGeom prst="rect">
            <a:avLst/>
          </a:prstGeom>
          <a:solidFill>
            <a:schemeClr val="bg2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tlCol="0" anchor="ctr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buClr>
                <a:srgbClr val="03234B"/>
              </a:buClr>
              <a:defRPr sz="1799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b="1" dirty="0"/>
              <a:t>ALL PYTHON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2E5AF0E-4D2E-2131-7559-38D2182558E2}"/>
              </a:ext>
            </a:extLst>
          </p:cNvPr>
          <p:cNvSpPr txBox="1"/>
          <p:nvPr/>
        </p:nvSpPr>
        <p:spPr>
          <a:xfrm>
            <a:off x="5597844" y="9638669"/>
            <a:ext cx="6309360" cy="822960"/>
          </a:xfrm>
          <a:prstGeom prst="rect">
            <a:avLst/>
          </a:prstGeom>
          <a:solidFill>
            <a:schemeClr val="bg2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tlCol="0" anchor="ctr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buClr>
                <a:srgbClr val="03234B"/>
              </a:buClr>
              <a:defRPr sz="1799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1799" b="1" dirty="0">
                <a:solidFill>
                  <a:schemeClr val="accent1"/>
                </a:solidFill>
              </a:rPr>
              <a:t>TIME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910F06-90F8-52FF-5230-0EB3DC775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0261" y="9567658"/>
            <a:ext cx="411004" cy="292554"/>
          </a:xfrm>
        </p:spPr>
        <p:txBody>
          <a:bodyPr/>
          <a:lstStyle/>
          <a:p>
            <a:fld id="{62A42E78-4FE3-4E16-9FB9-64A349BFE3FC}" type="slidenum">
              <a:rPr lang="fr-FR" smtClean="0"/>
              <a:pPr/>
              <a:t>4</a:t>
            </a:fld>
            <a:endParaRPr lang="fr-FR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2AF74472-5426-C889-ED58-65F2836A569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28810" y="1533726"/>
            <a:ext cx="751277" cy="751277"/>
          </a:xfrm>
          <a:prstGeom prst="rect">
            <a:avLst/>
          </a:prstGeom>
        </p:spPr>
      </p:pic>
      <p:pic>
        <p:nvPicPr>
          <p:cNvPr id="5" name="Graphic 4" descr="New with solid fill">
            <a:extLst>
              <a:ext uri="{FF2B5EF4-FFF2-40B4-BE49-F238E27FC236}">
                <a16:creationId xmlns:a16="http://schemas.microsoft.com/office/drawing/2014/main" id="{1237B0EE-2E3B-1960-4D23-E1C0D02149C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4744796" y="7150809"/>
            <a:ext cx="751277" cy="75127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2E5C439-741B-7C88-5D53-D01FCC419EB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4799098" y="8482949"/>
            <a:ext cx="610700" cy="610700"/>
          </a:xfrm>
          <a:prstGeom prst="rect">
            <a:avLst/>
          </a:prstGeom>
        </p:spPr>
      </p:pic>
      <p:pic>
        <p:nvPicPr>
          <p:cNvPr id="7" name="Graphic 6" descr="Downward trend graph with solid fill">
            <a:extLst>
              <a:ext uri="{FF2B5EF4-FFF2-40B4-BE49-F238E27FC236}">
                <a16:creationId xmlns:a16="http://schemas.microsoft.com/office/drawing/2014/main" id="{1FF8D8D2-DBEF-8CBC-645D-DA723D36A2E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 rot="10800000" flipH="1" flipV="1">
            <a:off x="4799098" y="9744799"/>
            <a:ext cx="610700" cy="6107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E3E518-F646-760B-F9A3-F1A4B2400549}"/>
              </a:ext>
            </a:extLst>
          </p:cNvPr>
          <p:cNvSpPr txBox="1"/>
          <p:nvPr/>
        </p:nvSpPr>
        <p:spPr>
          <a:xfrm>
            <a:off x="4684480" y="2307273"/>
            <a:ext cx="7315200" cy="1476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99" dirty="0">
                <a:solidFill>
                  <a:schemeClr val="accent1"/>
                </a:solidFill>
              </a:rPr>
              <a:t>all reports are generated completely automatically from an STDF. There is no longer a need to choose what to generate, enter product flow and other data. The code autonomously understands the context, executes API requests to obtain missing data, and starts the generation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FFC368-4A5F-2C92-A225-C7E1858164F7}"/>
              </a:ext>
            </a:extLst>
          </p:cNvPr>
          <p:cNvSpPr txBox="1"/>
          <p:nvPr/>
        </p:nvSpPr>
        <p:spPr>
          <a:xfrm>
            <a:off x="12623800" y="2307273"/>
            <a:ext cx="7315200" cy="1199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buClr>
                <a:srgbClr val="03234B"/>
              </a:buClr>
            </a:pPr>
            <a:r>
              <a:rPr lang="en-US" sz="1799" b="1" dirty="0">
                <a:solidFill>
                  <a:schemeClr val="accent1"/>
                </a:solidFill>
              </a:rPr>
              <a:t>Test condition: </a:t>
            </a:r>
            <a:r>
              <a:rPr lang="en-US" sz="1799" dirty="0">
                <a:solidFill>
                  <a:schemeClr val="accent1"/>
                </a:solidFill>
              </a:rPr>
              <a:t>from an </a:t>
            </a:r>
            <a:r>
              <a:rPr lang="en-US" sz="1799" dirty="0" err="1">
                <a:solidFill>
                  <a:schemeClr val="accent1"/>
                </a:solidFill>
              </a:rPr>
              <a:t>anaflow</a:t>
            </a:r>
            <a:r>
              <a:rPr lang="en-US" sz="1799" dirty="0">
                <a:solidFill>
                  <a:schemeClr val="accent1"/>
                </a:solidFill>
              </a:rPr>
              <a:t> VAL, extract all the information for each test for every composite present in the test program.</a:t>
            </a:r>
            <a:br>
              <a:rPr lang="en-US" sz="1799" dirty="0">
                <a:solidFill>
                  <a:schemeClr val="accent1"/>
                </a:solidFill>
              </a:rPr>
            </a:br>
            <a:r>
              <a:rPr lang="en-US" sz="1799" b="1" dirty="0">
                <a:solidFill>
                  <a:schemeClr val="accent1"/>
                </a:solidFill>
              </a:rPr>
              <a:t>Shmoo: </a:t>
            </a:r>
            <a:r>
              <a:rPr lang="en-US" sz="1799" dirty="0">
                <a:solidFill>
                  <a:schemeClr val="accent1"/>
                </a:solidFill>
              </a:rPr>
              <a:t>CONVERT into .</a:t>
            </a:r>
            <a:r>
              <a:rPr lang="en-US" sz="1799" dirty="0" err="1">
                <a:solidFill>
                  <a:schemeClr val="accent1"/>
                </a:solidFill>
              </a:rPr>
              <a:t>shm</a:t>
            </a:r>
            <a:r>
              <a:rPr lang="en-US" sz="1799" dirty="0">
                <a:solidFill>
                  <a:schemeClr val="accent1"/>
                </a:solidFill>
              </a:rPr>
              <a:t> files generated in an interactive HTML format like all other reports.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86E0F1-9ED3-4125-EE75-272450690FC0}"/>
              </a:ext>
            </a:extLst>
          </p:cNvPr>
          <p:cNvSpPr txBox="1"/>
          <p:nvPr/>
        </p:nvSpPr>
        <p:spPr>
          <a:xfrm>
            <a:off x="12623800" y="2307273"/>
            <a:ext cx="7315200" cy="646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99" dirty="0">
                <a:solidFill>
                  <a:schemeClr val="accent1"/>
                </a:solidFill>
              </a:rPr>
              <a:t>thanks to a converter developed from scratch, we no longer depend on an .exe executable that can only be launched on Windows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2BA9A3-707B-9465-0F5E-F5B0A5CBBC87}"/>
              </a:ext>
            </a:extLst>
          </p:cNvPr>
          <p:cNvSpPr txBox="1"/>
          <p:nvPr/>
        </p:nvSpPr>
        <p:spPr>
          <a:xfrm>
            <a:off x="12694901" y="2307273"/>
            <a:ext cx="7315200" cy="646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99" dirty="0">
                <a:solidFill>
                  <a:schemeClr val="accent1"/>
                </a:solidFill>
              </a:rPr>
              <a:t>With all </a:t>
            </a:r>
            <a:r>
              <a:rPr lang="en-US" sz="1799" dirty="0" err="1">
                <a:solidFill>
                  <a:schemeClr val="accent1"/>
                </a:solidFill>
              </a:rPr>
              <a:t>py</a:t>
            </a:r>
            <a:r>
              <a:rPr lang="en-US" sz="1799" dirty="0">
                <a:solidFill>
                  <a:schemeClr val="accent1"/>
                </a:solidFill>
              </a:rPr>
              <a:t>, we went from an extraction time of </a:t>
            </a:r>
            <a:r>
              <a:rPr lang="en-US" sz="1799" u="sng" dirty="0">
                <a:solidFill>
                  <a:schemeClr val="accent1"/>
                </a:solidFill>
              </a:rPr>
              <a:t>12 hours to 5 minutes</a:t>
            </a:r>
            <a:r>
              <a:rPr lang="en-US" sz="1799" dirty="0">
                <a:solidFill>
                  <a:schemeClr val="accent1"/>
                </a:solidFill>
              </a:rPr>
              <a:t>. Furthermore, the data is all dynamic in the code, and we no longer need to use static files, thus saving an unquantifiable amount of reading and writing time</a:t>
            </a:r>
            <a:r>
              <a:rPr lang="en-US" sz="1799" b="1" dirty="0">
                <a:solidFill>
                  <a:schemeClr val="accent1"/>
                </a:solidFill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595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599B4-B9C3-B58A-386C-56334030C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0537F9B-42BD-AA85-C422-8B13CD53C3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98448"/>
            <a:ext cx="4380489" cy="5559552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BA41B2AE-200D-2899-6AA2-4B1376E4038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5204" y="6094700"/>
            <a:ext cx="989409" cy="763207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A9FD028-6DAE-0A77-25B4-C86FF8439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What's new?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EDAC73F-228A-EA6B-B745-445947415E3B}"/>
              </a:ext>
            </a:extLst>
          </p:cNvPr>
          <p:cNvSpPr txBox="1"/>
          <p:nvPr/>
        </p:nvSpPr>
        <p:spPr>
          <a:xfrm>
            <a:off x="12879033" y="1484313"/>
            <a:ext cx="822960" cy="82296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bg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400" b="1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148CD3D-87AF-36CD-818A-9059033F462C}"/>
              </a:ext>
            </a:extLst>
          </p:cNvPr>
          <p:cNvSpPr txBox="1"/>
          <p:nvPr/>
        </p:nvSpPr>
        <p:spPr>
          <a:xfrm>
            <a:off x="4692969" y="1483423"/>
            <a:ext cx="822960" cy="82296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bg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4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35B3093-7DB8-F8A3-1B3F-46F529361884}"/>
              </a:ext>
            </a:extLst>
          </p:cNvPr>
          <p:cNvSpPr txBox="1"/>
          <p:nvPr/>
        </p:nvSpPr>
        <p:spPr>
          <a:xfrm>
            <a:off x="13768668" y="1484313"/>
            <a:ext cx="6309359" cy="822960"/>
          </a:xfrm>
          <a:prstGeom prst="rect">
            <a:avLst/>
          </a:prstGeom>
          <a:solidFill>
            <a:schemeClr val="bg2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tlCol="0" anchor="ctr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buClr>
                <a:srgbClr val="03234B"/>
              </a:buClr>
              <a:defRPr sz="1799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1799" b="1" dirty="0">
                <a:solidFill>
                  <a:schemeClr val="accent1"/>
                </a:solidFill>
              </a:rPr>
              <a:t>FULLY AUTOMATIC</a:t>
            </a:r>
            <a:endParaRPr lang="en-US" sz="1799" dirty="0">
              <a:solidFill>
                <a:schemeClr val="accent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63CA0B0-4B61-EC12-31C7-BAE0D08014B9}"/>
              </a:ext>
            </a:extLst>
          </p:cNvPr>
          <p:cNvSpPr txBox="1"/>
          <p:nvPr/>
        </p:nvSpPr>
        <p:spPr>
          <a:xfrm>
            <a:off x="4692969" y="8057506"/>
            <a:ext cx="822960" cy="82296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bg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400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7BFF7A7-3132-EB1C-25DA-C4CA39E11C7B}"/>
              </a:ext>
            </a:extLst>
          </p:cNvPr>
          <p:cNvSpPr txBox="1"/>
          <p:nvPr/>
        </p:nvSpPr>
        <p:spPr>
          <a:xfrm>
            <a:off x="4692969" y="9319356"/>
            <a:ext cx="822960" cy="82296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bg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400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8A96D50-AB42-E226-5211-1D33A7ABDE93}"/>
              </a:ext>
            </a:extLst>
          </p:cNvPr>
          <p:cNvSpPr txBox="1"/>
          <p:nvPr/>
        </p:nvSpPr>
        <p:spPr>
          <a:xfrm>
            <a:off x="5597844" y="1483423"/>
            <a:ext cx="6309360" cy="822960"/>
          </a:xfrm>
          <a:prstGeom prst="rect">
            <a:avLst/>
          </a:prstGeom>
          <a:solidFill>
            <a:schemeClr val="bg2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tlCol="0" anchor="ctr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buClr>
                <a:srgbClr val="03234B"/>
              </a:buClr>
              <a:defRPr sz="1799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1799" b="1" dirty="0">
                <a:solidFill>
                  <a:schemeClr val="accent1"/>
                </a:solidFill>
              </a:rPr>
              <a:t>TEST CONDITION &amp; SHMOO</a:t>
            </a:r>
            <a:endParaRPr 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5FE606A-E9C5-898F-563E-6D48D9CE3A6E}"/>
              </a:ext>
            </a:extLst>
          </p:cNvPr>
          <p:cNvSpPr txBox="1"/>
          <p:nvPr/>
        </p:nvSpPr>
        <p:spPr>
          <a:xfrm>
            <a:off x="5597844" y="8057506"/>
            <a:ext cx="6309360" cy="822960"/>
          </a:xfrm>
          <a:prstGeom prst="rect">
            <a:avLst/>
          </a:prstGeom>
          <a:solidFill>
            <a:schemeClr val="bg2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tlCol="0" anchor="ctr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buClr>
                <a:srgbClr val="03234B"/>
              </a:buClr>
              <a:defRPr sz="1799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b="1" dirty="0"/>
              <a:t>ALL PYTHON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EC87FB6-AE26-16E6-04B0-9A7010E57735}"/>
              </a:ext>
            </a:extLst>
          </p:cNvPr>
          <p:cNvSpPr txBox="1"/>
          <p:nvPr/>
        </p:nvSpPr>
        <p:spPr>
          <a:xfrm>
            <a:off x="5597844" y="9319356"/>
            <a:ext cx="6309360" cy="822960"/>
          </a:xfrm>
          <a:prstGeom prst="rect">
            <a:avLst/>
          </a:prstGeom>
          <a:solidFill>
            <a:schemeClr val="bg2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tlCol="0" anchor="ctr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buClr>
                <a:srgbClr val="03234B"/>
              </a:buClr>
              <a:defRPr sz="1799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1799" b="1" dirty="0">
                <a:solidFill>
                  <a:schemeClr val="accent1"/>
                </a:solidFill>
              </a:rPr>
              <a:t>TIME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A27509-5576-727F-C518-7C2291372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0261" y="6443850"/>
            <a:ext cx="411004" cy="292554"/>
          </a:xfrm>
        </p:spPr>
        <p:txBody>
          <a:bodyPr/>
          <a:lstStyle/>
          <a:p>
            <a:fld id="{62A42E78-4FE3-4E16-9FB9-64A349BFE3FC}" type="slidenum">
              <a:rPr lang="fr-FR" smtClean="0"/>
              <a:pPr/>
              <a:t>5</a:t>
            </a:fld>
            <a:endParaRPr lang="fr-FR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C261E98-AF9B-B03A-8FA0-9C8D21D5B24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914874" y="1533726"/>
            <a:ext cx="751277" cy="751277"/>
          </a:xfrm>
          <a:prstGeom prst="rect">
            <a:avLst/>
          </a:prstGeom>
        </p:spPr>
      </p:pic>
      <p:pic>
        <p:nvPicPr>
          <p:cNvPr id="5" name="Graphic 4" descr="New with solid fill">
            <a:extLst>
              <a:ext uri="{FF2B5EF4-FFF2-40B4-BE49-F238E27FC236}">
                <a16:creationId xmlns:a16="http://schemas.microsoft.com/office/drawing/2014/main" id="{DCB3C387-76EB-FA41-AA01-CD3DCC99F50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4744796" y="1519264"/>
            <a:ext cx="751277" cy="75127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8DB5F7E2-4898-381C-BDE0-BA8AE79FD0D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4799098" y="8163636"/>
            <a:ext cx="610700" cy="610700"/>
          </a:xfrm>
          <a:prstGeom prst="rect">
            <a:avLst/>
          </a:prstGeom>
        </p:spPr>
      </p:pic>
      <p:pic>
        <p:nvPicPr>
          <p:cNvPr id="7" name="Graphic 6" descr="Downward trend graph with solid fill">
            <a:extLst>
              <a:ext uri="{FF2B5EF4-FFF2-40B4-BE49-F238E27FC236}">
                <a16:creationId xmlns:a16="http://schemas.microsoft.com/office/drawing/2014/main" id="{B9E7652B-C154-296E-7A8B-862C76A75CB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 rot="10800000" flipH="1" flipV="1">
            <a:off x="4799098" y="9425486"/>
            <a:ext cx="610700" cy="6107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2BD2AC9-E89F-C1C9-E377-1774D1166CE7}"/>
              </a:ext>
            </a:extLst>
          </p:cNvPr>
          <p:cNvSpPr txBox="1"/>
          <p:nvPr/>
        </p:nvSpPr>
        <p:spPr>
          <a:xfrm>
            <a:off x="12623800" y="2307273"/>
            <a:ext cx="7315200" cy="1476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99" dirty="0">
                <a:solidFill>
                  <a:schemeClr val="accent1"/>
                </a:solidFill>
              </a:rPr>
              <a:t>all reports are generated completely automatically from an STDF. There is no longer a need to choose what to generate, enter product flow and other data. The code autonomously understands the context, executes API requests to obtain missing data, and starts the generation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1222D3-236C-9151-8229-661D488839F9}"/>
              </a:ext>
            </a:extLst>
          </p:cNvPr>
          <p:cNvSpPr txBox="1"/>
          <p:nvPr/>
        </p:nvSpPr>
        <p:spPr>
          <a:xfrm>
            <a:off x="4684483" y="2307273"/>
            <a:ext cx="7315200" cy="1199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buClr>
                <a:srgbClr val="03234B"/>
              </a:buClr>
            </a:pPr>
            <a:r>
              <a:rPr lang="en-US" sz="1799" b="1" dirty="0">
                <a:solidFill>
                  <a:schemeClr val="accent1"/>
                </a:solidFill>
              </a:rPr>
              <a:t>Test condition: </a:t>
            </a:r>
            <a:r>
              <a:rPr lang="en-US" sz="1799" dirty="0">
                <a:solidFill>
                  <a:schemeClr val="accent1"/>
                </a:solidFill>
              </a:rPr>
              <a:t>from an </a:t>
            </a:r>
            <a:r>
              <a:rPr lang="en-US" sz="1799" dirty="0" err="1">
                <a:solidFill>
                  <a:schemeClr val="accent1"/>
                </a:solidFill>
              </a:rPr>
              <a:t>anaflow</a:t>
            </a:r>
            <a:r>
              <a:rPr lang="en-US" sz="1799" dirty="0">
                <a:solidFill>
                  <a:schemeClr val="accent1"/>
                </a:solidFill>
              </a:rPr>
              <a:t> VAL, extract all the information for each test for every composite present in the test program.</a:t>
            </a:r>
            <a:br>
              <a:rPr lang="en-US" sz="1799" dirty="0">
                <a:solidFill>
                  <a:schemeClr val="accent1"/>
                </a:solidFill>
              </a:rPr>
            </a:br>
            <a:r>
              <a:rPr lang="en-US" sz="1799" b="1" dirty="0">
                <a:solidFill>
                  <a:schemeClr val="accent1"/>
                </a:solidFill>
              </a:rPr>
              <a:t>Shmoo: </a:t>
            </a:r>
            <a:r>
              <a:rPr lang="en-US" sz="1799" dirty="0">
                <a:solidFill>
                  <a:schemeClr val="accent1"/>
                </a:solidFill>
              </a:rPr>
              <a:t>CONVERT into .</a:t>
            </a:r>
            <a:r>
              <a:rPr lang="en-US" sz="1799" dirty="0" err="1">
                <a:solidFill>
                  <a:schemeClr val="accent1"/>
                </a:solidFill>
              </a:rPr>
              <a:t>shm</a:t>
            </a:r>
            <a:r>
              <a:rPr lang="en-US" sz="1799" dirty="0">
                <a:solidFill>
                  <a:schemeClr val="accent1"/>
                </a:solidFill>
              </a:rPr>
              <a:t> files generated in an interactive HTML format like all other reports.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F55DC3-8055-B6D2-EAEC-ED9056ADB5C3}"/>
              </a:ext>
            </a:extLst>
          </p:cNvPr>
          <p:cNvSpPr txBox="1"/>
          <p:nvPr/>
        </p:nvSpPr>
        <p:spPr>
          <a:xfrm>
            <a:off x="12623800" y="2307273"/>
            <a:ext cx="7315200" cy="646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99" dirty="0">
                <a:solidFill>
                  <a:schemeClr val="accent1"/>
                </a:solidFill>
              </a:rPr>
              <a:t>thanks to a converter developed from scratch, we no longer depend on an .exe executable that can only be launched on Windows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FF1ABA-F525-1890-49B7-5C2F7D2B10B8}"/>
              </a:ext>
            </a:extLst>
          </p:cNvPr>
          <p:cNvSpPr txBox="1"/>
          <p:nvPr/>
        </p:nvSpPr>
        <p:spPr>
          <a:xfrm>
            <a:off x="12694901" y="2307273"/>
            <a:ext cx="7315200" cy="646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99" dirty="0">
                <a:solidFill>
                  <a:schemeClr val="accent1"/>
                </a:solidFill>
              </a:rPr>
              <a:t>With all </a:t>
            </a:r>
            <a:r>
              <a:rPr lang="en-US" sz="1799" dirty="0" err="1">
                <a:solidFill>
                  <a:schemeClr val="accent1"/>
                </a:solidFill>
              </a:rPr>
              <a:t>py</a:t>
            </a:r>
            <a:r>
              <a:rPr lang="en-US" sz="1799" dirty="0">
                <a:solidFill>
                  <a:schemeClr val="accent1"/>
                </a:solidFill>
              </a:rPr>
              <a:t>, we went from an extraction time of </a:t>
            </a:r>
            <a:r>
              <a:rPr lang="en-US" sz="1799" u="sng" dirty="0">
                <a:solidFill>
                  <a:schemeClr val="accent1"/>
                </a:solidFill>
              </a:rPr>
              <a:t>12 hours to 5 minutes</a:t>
            </a:r>
            <a:r>
              <a:rPr lang="en-US" sz="1799" dirty="0">
                <a:solidFill>
                  <a:schemeClr val="accent1"/>
                </a:solidFill>
              </a:rPr>
              <a:t>. Furthermore, the data is all dynamic in the code, and we no longer need to use static files, thus saving an unquantifiable amount of reading and writing time</a:t>
            </a:r>
            <a:r>
              <a:rPr lang="en-US" sz="1799" b="1" dirty="0">
                <a:solidFill>
                  <a:schemeClr val="accent1"/>
                </a:solidFill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2379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E915C-E250-A45A-20CA-C9F93B57F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9FF6AC2D-1198-DD62-96C4-95236FD82D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98448"/>
            <a:ext cx="4380489" cy="5559552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5627C676-B88B-AF97-8D22-A67B7188E5E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5204" y="6094700"/>
            <a:ext cx="989409" cy="763207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C8DE258-41D0-2484-ECE5-E3F312411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What's new?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171D1A8-9545-0815-D116-8D9D3E6BFFA8}"/>
              </a:ext>
            </a:extLst>
          </p:cNvPr>
          <p:cNvSpPr txBox="1"/>
          <p:nvPr/>
        </p:nvSpPr>
        <p:spPr>
          <a:xfrm>
            <a:off x="12879033" y="1484313"/>
            <a:ext cx="822960" cy="82296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bg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400" b="1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D73B491-EF81-475D-F6F2-6132F2091DD0}"/>
              </a:ext>
            </a:extLst>
          </p:cNvPr>
          <p:cNvSpPr txBox="1"/>
          <p:nvPr/>
        </p:nvSpPr>
        <p:spPr>
          <a:xfrm>
            <a:off x="12806459" y="1483423"/>
            <a:ext cx="822960" cy="82296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bg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4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70A686-DD19-E066-6675-764D88D2306C}"/>
              </a:ext>
            </a:extLst>
          </p:cNvPr>
          <p:cNvSpPr txBox="1"/>
          <p:nvPr/>
        </p:nvSpPr>
        <p:spPr>
          <a:xfrm>
            <a:off x="13768668" y="1484313"/>
            <a:ext cx="6309359" cy="822960"/>
          </a:xfrm>
          <a:prstGeom prst="rect">
            <a:avLst/>
          </a:prstGeom>
          <a:solidFill>
            <a:schemeClr val="bg2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tlCol="0" anchor="ctr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buClr>
                <a:srgbClr val="03234B"/>
              </a:buClr>
              <a:defRPr sz="1799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1799" b="1" dirty="0">
                <a:solidFill>
                  <a:schemeClr val="accent1"/>
                </a:solidFill>
              </a:rPr>
              <a:t>FULLY AUTOMATIC</a:t>
            </a:r>
            <a:endParaRPr lang="en-US" sz="1799" dirty="0">
              <a:solidFill>
                <a:schemeClr val="accent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56D239E-142B-B92E-14BB-B953446B9466}"/>
              </a:ext>
            </a:extLst>
          </p:cNvPr>
          <p:cNvSpPr txBox="1"/>
          <p:nvPr/>
        </p:nvSpPr>
        <p:spPr>
          <a:xfrm>
            <a:off x="4692969" y="1497045"/>
            <a:ext cx="822960" cy="82296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bg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400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294E75D-434D-4498-1A7E-8AF6CCEA3A4D}"/>
              </a:ext>
            </a:extLst>
          </p:cNvPr>
          <p:cNvSpPr txBox="1"/>
          <p:nvPr/>
        </p:nvSpPr>
        <p:spPr>
          <a:xfrm>
            <a:off x="4692969" y="9304842"/>
            <a:ext cx="822960" cy="82296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bg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400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74AAC8D-AF00-BDA1-C1D4-8C65D1D015C7}"/>
              </a:ext>
            </a:extLst>
          </p:cNvPr>
          <p:cNvSpPr txBox="1"/>
          <p:nvPr/>
        </p:nvSpPr>
        <p:spPr>
          <a:xfrm>
            <a:off x="13711334" y="1483423"/>
            <a:ext cx="6309360" cy="822960"/>
          </a:xfrm>
          <a:prstGeom prst="rect">
            <a:avLst/>
          </a:prstGeom>
          <a:solidFill>
            <a:schemeClr val="bg2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tlCol="0" anchor="ctr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buClr>
                <a:srgbClr val="03234B"/>
              </a:buClr>
              <a:defRPr sz="1799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1799" b="1" dirty="0">
                <a:solidFill>
                  <a:schemeClr val="accent1"/>
                </a:solidFill>
              </a:rPr>
              <a:t>TEST CONDITION &amp; SHMOO</a:t>
            </a:r>
            <a:endParaRPr 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1E41858-4086-8BFD-1F04-E8D28677515A}"/>
              </a:ext>
            </a:extLst>
          </p:cNvPr>
          <p:cNvSpPr txBox="1"/>
          <p:nvPr/>
        </p:nvSpPr>
        <p:spPr>
          <a:xfrm>
            <a:off x="5597844" y="1497045"/>
            <a:ext cx="6309360" cy="822960"/>
          </a:xfrm>
          <a:prstGeom prst="rect">
            <a:avLst/>
          </a:prstGeom>
          <a:solidFill>
            <a:schemeClr val="bg2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tlCol="0" anchor="ctr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buClr>
                <a:srgbClr val="03234B"/>
              </a:buClr>
              <a:defRPr sz="1799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b="1" dirty="0"/>
              <a:t>ALL PYTHON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4EA2961-063C-375B-D998-8FEC8D234C6A}"/>
              </a:ext>
            </a:extLst>
          </p:cNvPr>
          <p:cNvSpPr txBox="1"/>
          <p:nvPr/>
        </p:nvSpPr>
        <p:spPr>
          <a:xfrm>
            <a:off x="5597844" y="9304842"/>
            <a:ext cx="6309360" cy="822960"/>
          </a:xfrm>
          <a:prstGeom prst="rect">
            <a:avLst/>
          </a:prstGeom>
          <a:solidFill>
            <a:schemeClr val="bg2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tlCol="0" anchor="ctr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buClr>
                <a:srgbClr val="03234B"/>
              </a:buClr>
              <a:defRPr sz="1799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1799" b="1" dirty="0">
                <a:solidFill>
                  <a:schemeClr val="accent1"/>
                </a:solidFill>
              </a:rPr>
              <a:t>TIME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85EDCB-9BF8-2411-D894-AAC871CB2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0261" y="6443850"/>
            <a:ext cx="411004" cy="292554"/>
          </a:xfrm>
        </p:spPr>
        <p:txBody>
          <a:bodyPr/>
          <a:lstStyle/>
          <a:p>
            <a:fld id="{62A42E78-4FE3-4E16-9FB9-64A349BFE3FC}" type="slidenum">
              <a:rPr lang="fr-FR" smtClean="0"/>
              <a:pPr/>
              <a:t>6</a:t>
            </a:fld>
            <a:endParaRPr lang="fr-FR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3CBC068-6B20-8231-E246-3FD65DE62BC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914874" y="1533726"/>
            <a:ext cx="751277" cy="751277"/>
          </a:xfrm>
          <a:prstGeom prst="rect">
            <a:avLst/>
          </a:prstGeom>
        </p:spPr>
      </p:pic>
      <p:pic>
        <p:nvPicPr>
          <p:cNvPr id="5" name="Graphic 4" descr="New with solid fill">
            <a:extLst>
              <a:ext uri="{FF2B5EF4-FFF2-40B4-BE49-F238E27FC236}">
                <a16:creationId xmlns:a16="http://schemas.microsoft.com/office/drawing/2014/main" id="{82D2921D-EA8E-892E-4F9D-578417224B2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2858286" y="1519264"/>
            <a:ext cx="751277" cy="75127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37C7466-34FC-E802-9545-121BDFBD269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4799098" y="1603175"/>
            <a:ext cx="610700" cy="610700"/>
          </a:xfrm>
          <a:prstGeom prst="rect">
            <a:avLst/>
          </a:prstGeom>
        </p:spPr>
      </p:pic>
      <p:pic>
        <p:nvPicPr>
          <p:cNvPr id="7" name="Graphic 6" descr="Downward trend graph with solid fill">
            <a:extLst>
              <a:ext uri="{FF2B5EF4-FFF2-40B4-BE49-F238E27FC236}">
                <a16:creationId xmlns:a16="http://schemas.microsoft.com/office/drawing/2014/main" id="{88840CC0-E3D1-1E44-24F3-0D8F748E72A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 rot="10800000" flipH="1" flipV="1">
            <a:off x="4799098" y="9410972"/>
            <a:ext cx="610700" cy="610700"/>
          </a:xfrm>
          <a:prstGeom prst="rect">
            <a:avLst/>
          </a:prstGeom>
        </p:spPr>
      </p:pic>
      <p:sp>
        <p:nvSpPr>
          <p:cNvPr id="9" name="TextBox 8" hidden="1">
            <a:extLst>
              <a:ext uri="{FF2B5EF4-FFF2-40B4-BE49-F238E27FC236}">
                <a16:creationId xmlns:a16="http://schemas.microsoft.com/office/drawing/2014/main" id="{68E8F5BE-7E9A-BED5-0F91-6A91B3CB1FC5}"/>
              </a:ext>
            </a:extLst>
          </p:cNvPr>
          <p:cNvSpPr txBox="1"/>
          <p:nvPr/>
        </p:nvSpPr>
        <p:spPr>
          <a:xfrm>
            <a:off x="12623800" y="2307273"/>
            <a:ext cx="7315200" cy="1476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99" dirty="0">
                <a:solidFill>
                  <a:schemeClr val="accent1"/>
                </a:solidFill>
              </a:rPr>
              <a:t>all reports are generated completely automatically from an STDF. There is no longer a need to choose what to generate, enter product flow and other data. The code autonomously understands the context, executes API requests to obtain missing data, and starts the generation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BEA9EB-AE39-3E9E-6211-8035350130BC}"/>
              </a:ext>
            </a:extLst>
          </p:cNvPr>
          <p:cNvSpPr txBox="1"/>
          <p:nvPr/>
        </p:nvSpPr>
        <p:spPr>
          <a:xfrm>
            <a:off x="12797973" y="2307273"/>
            <a:ext cx="7315200" cy="1199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buClr>
                <a:srgbClr val="03234B"/>
              </a:buClr>
            </a:pPr>
            <a:r>
              <a:rPr lang="en-US" sz="1799" b="1" dirty="0">
                <a:solidFill>
                  <a:schemeClr val="accent1"/>
                </a:solidFill>
              </a:rPr>
              <a:t>Test condition: </a:t>
            </a:r>
            <a:r>
              <a:rPr lang="en-US" sz="1799" dirty="0">
                <a:solidFill>
                  <a:schemeClr val="accent1"/>
                </a:solidFill>
              </a:rPr>
              <a:t>from an </a:t>
            </a:r>
            <a:r>
              <a:rPr lang="en-US" sz="1799" dirty="0" err="1">
                <a:solidFill>
                  <a:schemeClr val="accent1"/>
                </a:solidFill>
              </a:rPr>
              <a:t>anaflow</a:t>
            </a:r>
            <a:r>
              <a:rPr lang="en-US" sz="1799" dirty="0">
                <a:solidFill>
                  <a:schemeClr val="accent1"/>
                </a:solidFill>
              </a:rPr>
              <a:t> VAL, extract all the information for each test for every composite present in the test program.</a:t>
            </a:r>
            <a:br>
              <a:rPr lang="en-US" sz="1799" dirty="0">
                <a:solidFill>
                  <a:schemeClr val="accent1"/>
                </a:solidFill>
              </a:rPr>
            </a:br>
            <a:r>
              <a:rPr lang="en-US" sz="1799" b="1" dirty="0">
                <a:solidFill>
                  <a:schemeClr val="accent1"/>
                </a:solidFill>
              </a:rPr>
              <a:t>Shmoo: </a:t>
            </a:r>
            <a:r>
              <a:rPr lang="en-US" sz="1799" dirty="0">
                <a:solidFill>
                  <a:schemeClr val="accent1"/>
                </a:solidFill>
              </a:rPr>
              <a:t>CONVERT into .</a:t>
            </a:r>
            <a:r>
              <a:rPr lang="en-US" sz="1799" dirty="0" err="1">
                <a:solidFill>
                  <a:schemeClr val="accent1"/>
                </a:solidFill>
              </a:rPr>
              <a:t>shm</a:t>
            </a:r>
            <a:r>
              <a:rPr lang="en-US" sz="1799" dirty="0">
                <a:solidFill>
                  <a:schemeClr val="accent1"/>
                </a:solidFill>
              </a:rPr>
              <a:t> files generated in an interactive HTML format like all other reports.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C293F0-EB14-4A04-43C0-91D3B4043346}"/>
              </a:ext>
            </a:extLst>
          </p:cNvPr>
          <p:cNvSpPr txBox="1"/>
          <p:nvPr/>
        </p:nvSpPr>
        <p:spPr>
          <a:xfrm>
            <a:off x="4582486" y="2307273"/>
            <a:ext cx="7315200" cy="646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99" dirty="0">
                <a:solidFill>
                  <a:schemeClr val="accent1"/>
                </a:solidFill>
              </a:rPr>
              <a:t>thanks to a converter developed from scratch, we no longer depend on an .exe executable that can only be launched on Windows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22F417-AF5A-E2FE-3898-DA8C5F3D02CC}"/>
              </a:ext>
            </a:extLst>
          </p:cNvPr>
          <p:cNvSpPr txBox="1"/>
          <p:nvPr/>
        </p:nvSpPr>
        <p:spPr>
          <a:xfrm>
            <a:off x="12694901" y="2307273"/>
            <a:ext cx="7315200" cy="646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99" dirty="0">
                <a:solidFill>
                  <a:schemeClr val="accent1"/>
                </a:solidFill>
              </a:rPr>
              <a:t>With all </a:t>
            </a:r>
            <a:r>
              <a:rPr lang="en-US" sz="1799" dirty="0" err="1">
                <a:solidFill>
                  <a:schemeClr val="accent1"/>
                </a:solidFill>
              </a:rPr>
              <a:t>py</a:t>
            </a:r>
            <a:r>
              <a:rPr lang="en-US" sz="1799" dirty="0">
                <a:solidFill>
                  <a:schemeClr val="accent1"/>
                </a:solidFill>
              </a:rPr>
              <a:t>, we went from an extraction time of </a:t>
            </a:r>
            <a:r>
              <a:rPr lang="en-US" sz="1799" u="sng" dirty="0">
                <a:solidFill>
                  <a:schemeClr val="accent1"/>
                </a:solidFill>
              </a:rPr>
              <a:t>12 hours to 5 minutes</a:t>
            </a:r>
            <a:r>
              <a:rPr lang="en-US" sz="1799" dirty="0">
                <a:solidFill>
                  <a:schemeClr val="accent1"/>
                </a:solidFill>
              </a:rPr>
              <a:t>. Furthermore, the data is all dynamic in the code, and we no longer need to use static files, thus saving an unquantifiable amount of reading and writing time</a:t>
            </a:r>
            <a:r>
              <a:rPr lang="en-US" sz="1799" b="1" dirty="0">
                <a:solidFill>
                  <a:schemeClr val="accent1"/>
                </a:solidFill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26410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61127-65E0-8C6A-F3F9-31846FC5E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510C59FC-C615-055D-098E-298C94E140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98448"/>
            <a:ext cx="4380489" cy="5559552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497BE549-AC1D-327F-CEA6-23FEB1348B8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5204" y="6094700"/>
            <a:ext cx="989409" cy="763207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7C35574-C961-00D5-CC96-578E5A1AE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What's new?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76E39BD-3093-D38A-E859-1150A6E9CBE4}"/>
              </a:ext>
            </a:extLst>
          </p:cNvPr>
          <p:cNvSpPr txBox="1"/>
          <p:nvPr/>
        </p:nvSpPr>
        <p:spPr>
          <a:xfrm>
            <a:off x="12879033" y="1484313"/>
            <a:ext cx="822960" cy="82296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bg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400" b="1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3E90389-73C3-5E23-2113-24ACE84DCBCF}"/>
              </a:ext>
            </a:extLst>
          </p:cNvPr>
          <p:cNvSpPr txBox="1"/>
          <p:nvPr/>
        </p:nvSpPr>
        <p:spPr>
          <a:xfrm>
            <a:off x="12806459" y="1483423"/>
            <a:ext cx="822960" cy="82296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bg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4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069ECB3-7CFE-91B4-FCDB-0BB3429F9C80}"/>
              </a:ext>
            </a:extLst>
          </p:cNvPr>
          <p:cNvSpPr txBox="1"/>
          <p:nvPr/>
        </p:nvSpPr>
        <p:spPr>
          <a:xfrm>
            <a:off x="13768668" y="1484313"/>
            <a:ext cx="6309359" cy="822960"/>
          </a:xfrm>
          <a:prstGeom prst="rect">
            <a:avLst/>
          </a:prstGeom>
          <a:solidFill>
            <a:schemeClr val="bg2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tlCol="0" anchor="ctr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buClr>
                <a:srgbClr val="03234B"/>
              </a:buClr>
              <a:defRPr sz="1799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1799" b="1" dirty="0">
                <a:solidFill>
                  <a:schemeClr val="accent1"/>
                </a:solidFill>
              </a:rPr>
              <a:t>FULLY AUTOMATIC</a:t>
            </a:r>
            <a:endParaRPr lang="en-US" sz="1799" dirty="0">
              <a:solidFill>
                <a:schemeClr val="accent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4E39D28-24C1-29FF-F057-6790D443E3D8}"/>
              </a:ext>
            </a:extLst>
          </p:cNvPr>
          <p:cNvSpPr txBox="1"/>
          <p:nvPr/>
        </p:nvSpPr>
        <p:spPr>
          <a:xfrm>
            <a:off x="12855894" y="1497045"/>
            <a:ext cx="822960" cy="82296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bg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400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78DCA50-8D3B-BE2A-B23D-68772E71EAC4}"/>
              </a:ext>
            </a:extLst>
          </p:cNvPr>
          <p:cNvSpPr txBox="1"/>
          <p:nvPr/>
        </p:nvSpPr>
        <p:spPr>
          <a:xfrm>
            <a:off x="4692969" y="1484817"/>
            <a:ext cx="822960" cy="82296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bg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400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4311819-F141-CBB0-1729-A448BACB4914}"/>
              </a:ext>
            </a:extLst>
          </p:cNvPr>
          <p:cNvSpPr txBox="1"/>
          <p:nvPr/>
        </p:nvSpPr>
        <p:spPr>
          <a:xfrm>
            <a:off x="13711334" y="1483423"/>
            <a:ext cx="6309360" cy="822960"/>
          </a:xfrm>
          <a:prstGeom prst="rect">
            <a:avLst/>
          </a:prstGeom>
          <a:solidFill>
            <a:schemeClr val="bg2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tlCol="0" anchor="ctr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buClr>
                <a:srgbClr val="03234B"/>
              </a:buClr>
              <a:defRPr sz="1799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1799" b="1" dirty="0">
                <a:solidFill>
                  <a:schemeClr val="accent1"/>
                </a:solidFill>
              </a:rPr>
              <a:t>TEST CONDITION &amp; SHMOO</a:t>
            </a:r>
            <a:endParaRPr 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12C4BE3-C40B-4F4D-3BC0-78711E94C470}"/>
              </a:ext>
            </a:extLst>
          </p:cNvPr>
          <p:cNvSpPr txBox="1"/>
          <p:nvPr/>
        </p:nvSpPr>
        <p:spPr>
          <a:xfrm>
            <a:off x="13760769" y="1497045"/>
            <a:ext cx="6309360" cy="822960"/>
          </a:xfrm>
          <a:prstGeom prst="rect">
            <a:avLst/>
          </a:prstGeom>
          <a:solidFill>
            <a:schemeClr val="bg2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tlCol="0" anchor="ctr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buClr>
                <a:srgbClr val="03234B"/>
              </a:buClr>
              <a:defRPr sz="1799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b="1" dirty="0"/>
              <a:t>ALL PYTHON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157205C-644C-C0FF-D93B-FEA1126602CC}"/>
              </a:ext>
            </a:extLst>
          </p:cNvPr>
          <p:cNvSpPr txBox="1"/>
          <p:nvPr/>
        </p:nvSpPr>
        <p:spPr>
          <a:xfrm>
            <a:off x="5597844" y="1484817"/>
            <a:ext cx="6309360" cy="822960"/>
          </a:xfrm>
          <a:prstGeom prst="rect">
            <a:avLst/>
          </a:prstGeom>
          <a:solidFill>
            <a:schemeClr val="bg2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tlCol="0" anchor="ctr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buClr>
                <a:srgbClr val="03234B"/>
              </a:buClr>
              <a:defRPr sz="1799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1799" b="1" dirty="0">
                <a:solidFill>
                  <a:schemeClr val="accent1"/>
                </a:solidFill>
              </a:rPr>
              <a:t>TIME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7B95E6-85E2-60D6-D371-B3625E7BD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0261" y="6443850"/>
            <a:ext cx="411004" cy="292554"/>
          </a:xfrm>
        </p:spPr>
        <p:txBody>
          <a:bodyPr/>
          <a:lstStyle/>
          <a:p>
            <a:fld id="{62A42E78-4FE3-4E16-9FB9-64A349BFE3FC}" type="slidenum">
              <a:rPr lang="fr-FR" smtClean="0"/>
              <a:pPr/>
              <a:t>7</a:t>
            </a:fld>
            <a:endParaRPr lang="fr-FR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8FBE797-02C0-BA70-F815-6CE9C3AAF72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914874" y="1533726"/>
            <a:ext cx="751277" cy="751277"/>
          </a:xfrm>
          <a:prstGeom prst="rect">
            <a:avLst/>
          </a:prstGeom>
        </p:spPr>
      </p:pic>
      <p:pic>
        <p:nvPicPr>
          <p:cNvPr id="5" name="Graphic 4" descr="New with solid fill">
            <a:extLst>
              <a:ext uri="{FF2B5EF4-FFF2-40B4-BE49-F238E27FC236}">
                <a16:creationId xmlns:a16="http://schemas.microsoft.com/office/drawing/2014/main" id="{98BD4F2B-1215-95B4-1D27-15CCC90E0F8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2858286" y="1519264"/>
            <a:ext cx="751277" cy="75127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10714B15-5C22-B66E-CB58-591980F071D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12962023" y="1603175"/>
            <a:ext cx="610700" cy="610700"/>
          </a:xfrm>
          <a:prstGeom prst="rect">
            <a:avLst/>
          </a:prstGeom>
        </p:spPr>
      </p:pic>
      <p:pic>
        <p:nvPicPr>
          <p:cNvPr id="7" name="Graphic 6" descr="Downward trend graph with solid fill">
            <a:extLst>
              <a:ext uri="{FF2B5EF4-FFF2-40B4-BE49-F238E27FC236}">
                <a16:creationId xmlns:a16="http://schemas.microsoft.com/office/drawing/2014/main" id="{E4D6BED3-68C2-D87D-C662-A48D6DCFBE1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 rot="10800000" flipH="1" flipV="1">
            <a:off x="4799098" y="1590947"/>
            <a:ext cx="610700" cy="6107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9C7694D-7760-3032-9C83-0346F6BB79B1}"/>
              </a:ext>
            </a:extLst>
          </p:cNvPr>
          <p:cNvSpPr txBox="1"/>
          <p:nvPr/>
        </p:nvSpPr>
        <p:spPr>
          <a:xfrm>
            <a:off x="12623800" y="2307273"/>
            <a:ext cx="7315200" cy="1476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99" dirty="0">
                <a:solidFill>
                  <a:schemeClr val="accent1"/>
                </a:solidFill>
              </a:rPr>
              <a:t>all reports are generated completely automatically from an STDF. There is no longer a need to choose what to generate, enter product flow and other data. The code autonomously understands the context, executes API requests to obtain missing data, and starts the generation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F7BF6D-A117-E141-BDD7-E192B8518280}"/>
              </a:ext>
            </a:extLst>
          </p:cNvPr>
          <p:cNvSpPr txBox="1"/>
          <p:nvPr/>
        </p:nvSpPr>
        <p:spPr>
          <a:xfrm>
            <a:off x="12797973" y="2307273"/>
            <a:ext cx="7315200" cy="1199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buClr>
                <a:srgbClr val="03234B"/>
              </a:buClr>
            </a:pPr>
            <a:r>
              <a:rPr lang="en-US" sz="1799" b="1" dirty="0">
                <a:solidFill>
                  <a:schemeClr val="accent1"/>
                </a:solidFill>
              </a:rPr>
              <a:t>Test condition: </a:t>
            </a:r>
            <a:r>
              <a:rPr lang="en-US" sz="1799" dirty="0">
                <a:solidFill>
                  <a:schemeClr val="accent1"/>
                </a:solidFill>
              </a:rPr>
              <a:t>from an </a:t>
            </a:r>
            <a:r>
              <a:rPr lang="en-US" sz="1799" dirty="0" err="1">
                <a:solidFill>
                  <a:schemeClr val="accent1"/>
                </a:solidFill>
              </a:rPr>
              <a:t>anaflow</a:t>
            </a:r>
            <a:r>
              <a:rPr lang="en-US" sz="1799" dirty="0">
                <a:solidFill>
                  <a:schemeClr val="accent1"/>
                </a:solidFill>
              </a:rPr>
              <a:t> VAL, extract all the information for each test for every composite present in the test program.</a:t>
            </a:r>
            <a:br>
              <a:rPr lang="en-US" sz="1799" dirty="0">
                <a:solidFill>
                  <a:schemeClr val="accent1"/>
                </a:solidFill>
              </a:rPr>
            </a:br>
            <a:r>
              <a:rPr lang="en-US" sz="1799" b="1" dirty="0">
                <a:solidFill>
                  <a:schemeClr val="accent1"/>
                </a:solidFill>
              </a:rPr>
              <a:t>Shmoo: </a:t>
            </a:r>
            <a:r>
              <a:rPr lang="en-US" sz="1799" dirty="0">
                <a:solidFill>
                  <a:schemeClr val="accent1"/>
                </a:solidFill>
              </a:rPr>
              <a:t>CONVERT into .</a:t>
            </a:r>
            <a:r>
              <a:rPr lang="en-US" sz="1799" dirty="0" err="1">
                <a:solidFill>
                  <a:schemeClr val="accent1"/>
                </a:solidFill>
              </a:rPr>
              <a:t>shm</a:t>
            </a:r>
            <a:r>
              <a:rPr lang="en-US" sz="1799" dirty="0">
                <a:solidFill>
                  <a:schemeClr val="accent1"/>
                </a:solidFill>
              </a:rPr>
              <a:t> files generated in an interactive HTML format like all other reports.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F4115B-2E1C-4DAB-3564-640376FFDD96}"/>
              </a:ext>
            </a:extLst>
          </p:cNvPr>
          <p:cNvSpPr txBox="1"/>
          <p:nvPr/>
        </p:nvSpPr>
        <p:spPr>
          <a:xfrm>
            <a:off x="12745411" y="2307273"/>
            <a:ext cx="7315200" cy="646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99" dirty="0">
                <a:solidFill>
                  <a:schemeClr val="accent1"/>
                </a:solidFill>
              </a:rPr>
              <a:t>thanks to a converter developed from scratch, we no longer depend on an .exe executable that can only be launched on Windows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8C45C4-E2C0-B127-2CDA-F583004790B5}"/>
              </a:ext>
            </a:extLst>
          </p:cNvPr>
          <p:cNvSpPr txBox="1"/>
          <p:nvPr/>
        </p:nvSpPr>
        <p:spPr>
          <a:xfrm>
            <a:off x="4703426" y="2307273"/>
            <a:ext cx="7315200" cy="646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99" dirty="0">
                <a:solidFill>
                  <a:schemeClr val="accent1"/>
                </a:solidFill>
              </a:rPr>
              <a:t>With all </a:t>
            </a:r>
            <a:r>
              <a:rPr lang="en-US" sz="1799" dirty="0" err="1">
                <a:solidFill>
                  <a:schemeClr val="accent1"/>
                </a:solidFill>
              </a:rPr>
              <a:t>py</a:t>
            </a:r>
            <a:r>
              <a:rPr lang="en-US" sz="1799" dirty="0">
                <a:solidFill>
                  <a:schemeClr val="accent1"/>
                </a:solidFill>
              </a:rPr>
              <a:t>, we went from an extraction time of </a:t>
            </a:r>
            <a:r>
              <a:rPr lang="en-US" sz="1799" u="sng" dirty="0">
                <a:solidFill>
                  <a:schemeClr val="accent1"/>
                </a:solidFill>
              </a:rPr>
              <a:t>12 hours to 5 minutes</a:t>
            </a:r>
            <a:r>
              <a:rPr lang="en-US" sz="1799" dirty="0">
                <a:solidFill>
                  <a:schemeClr val="accent1"/>
                </a:solidFill>
              </a:rPr>
              <a:t>. Furthermore, the data is all dynamic in the code, and we no longer need to use static files, thus saving an unquantifiable amount of reading and writing time</a:t>
            </a:r>
            <a:r>
              <a:rPr lang="en-US" sz="1799" b="1" dirty="0">
                <a:solidFill>
                  <a:schemeClr val="accent1"/>
                </a:solidFill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6305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D2C1B-F4F8-2E88-924E-24E7A6396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A6463104-7086-FFB0-3565-7757E775ED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99" y="2077965"/>
            <a:ext cx="5795963" cy="2702071"/>
          </a:xfrm>
        </p:spPr>
        <p:txBody>
          <a:bodyPr/>
          <a:lstStyle/>
          <a:p>
            <a:r>
              <a:rPr lang="en-US" dirty="0"/>
              <a:t>Diagnosis Status</a:t>
            </a:r>
          </a:p>
        </p:txBody>
      </p:sp>
      <p:sp>
        <p:nvSpPr>
          <p:cNvPr id="16" name="Subtitle 15">
            <a:extLst>
              <a:ext uri="{FF2B5EF4-FFF2-40B4-BE49-F238E27FC236}">
                <a16:creationId xmlns:a16="http://schemas.microsoft.com/office/drawing/2014/main" id="{224F9C9D-1784-C03B-ED42-95DDE557EA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9" y="5015061"/>
            <a:ext cx="5795963" cy="1077764"/>
          </a:xfrm>
        </p:spPr>
        <p:txBody>
          <a:bodyPr/>
          <a:lstStyle/>
          <a:p>
            <a:r>
              <a:rPr lang="en-US" dirty="0"/>
              <a:t>Terranova Matteo</a:t>
            </a:r>
            <a:br>
              <a:rPr lang="en-US" dirty="0"/>
            </a:br>
            <a:r>
              <a:rPr lang="en-US" dirty="0"/>
              <a:t>Puglisi Salvo</a:t>
            </a:r>
            <a:br>
              <a:rPr lang="en-US" dirty="0"/>
            </a:br>
            <a:br>
              <a:rPr lang="en-US" dirty="0"/>
            </a:br>
            <a:r>
              <a:rPr lang="en-US" dirty="0"/>
              <a:t>18 Jun 2025</a:t>
            </a:r>
          </a:p>
        </p:txBody>
      </p:sp>
    </p:spTree>
    <p:extLst>
      <p:ext uri="{BB962C8B-B14F-4D97-AF65-F5344CB8AC3E}">
        <p14:creationId xmlns:p14="http://schemas.microsoft.com/office/powerpoint/2010/main" val="4678021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C8162BE-0323-444A-B615-3DED69F8F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Mosquito Family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E808DD1-1C76-4F73-8333-CDDB90A34116}"/>
              </a:ext>
            </a:extLst>
          </p:cNvPr>
          <p:cNvSpPr txBox="1"/>
          <p:nvPr/>
        </p:nvSpPr>
        <p:spPr bwMode="auto">
          <a:xfrm>
            <a:off x="305751" y="3335961"/>
            <a:ext cx="3657600" cy="2756864"/>
          </a:xfrm>
          <a:prstGeom prst="rect">
            <a:avLst/>
          </a:prstGeom>
          <a:solidFill>
            <a:srgbClr val="E9E9EA"/>
          </a:solidFill>
          <a:ln>
            <a:noFill/>
          </a:ln>
        </p:spPr>
        <p:txBody>
          <a:bodyPr wrap="square" lIns="182880" tIns="137160" rtlCol="0" anchor="t" anchorCtr="0">
            <a:noAutofit/>
          </a:bodyPr>
          <a:lstStyle/>
          <a:p>
            <a:pPr marL="228600" indent="-228600" defTabSz="194524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600" dirty="0"/>
              <a:t>Pattern Available </a:t>
            </a:r>
          </a:p>
          <a:p>
            <a:pPr marL="228600" indent="-228600" defTabSz="194524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600" dirty="0"/>
              <a:t>Diagnosis flow inside all prod flow</a:t>
            </a:r>
            <a:br>
              <a:rPr lang="en-US" sz="1600" dirty="0"/>
            </a:br>
            <a:r>
              <a:rPr lang="en-US" sz="1600" dirty="0"/>
              <a:t>(SCAN_DIAGNOSIS variable)</a:t>
            </a:r>
          </a:p>
          <a:p>
            <a:pPr marL="228600" indent="-228600" defTabSz="194524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600" dirty="0"/>
              <a:t>Diagnostic setup ready but without the PHDS</a:t>
            </a:r>
            <a:br>
              <a:rPr lang="en-US" sz="1600" dirty="0"/>
            </a:br>
            <a:endParaRPr lang="en-US" sz="1600" dirty="0"/>
          </a:p>
          <a:p>
            <a:pPr marL="228600" indent="-228600" defTabSz="194524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600" dirty="0"/>
              <a:t>First analysis done </a:t>
            </a:r>
            <a:br>
              <a:rPr lang="en-US" sz="1600" dirty="0"/>
            </a:br>
            <a:r>
              <a:rPr lang="en-US" sz="1600" dirty="0">
                <a:solidFill>
                  <a:srgbClr val="FF0000"/>
                </a:solidFill>
              </a:rPr>
              <a:t>Result mismatch DFT - HINA</a:t>
            </a:r>
            <a:endParaRPr lang="en-US" sz="1600" dirty="0"/>
          </a:p>
          <a:p>
            <a:pPr marL="285750" indent="-285750" defTabSz="194524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E35B50-AA42-4D8B-BA4A-CCC93B1FF21F}"/>
              </a:ext>
            </a:extLst>
          </p:cNvPr>
          <p:cNvSpPr/>
          <p:nvPr/>
        </p:nvSpPr>
        <p:spPr>
          <a:xfrm>
            <a:off x="0" y="1308100"/>
            <a:ext cx="8976360" cy="777240"/>
          </a:xfrm>
          <a:prstGeom prst="rect">
            <a:avLst/>
          </a:prstGeom>
          <a:solidFill>
            <a:schemeClr val="accent1"/>
          </a:solidFill>
        </p:spPr>
        <p:txBody>
          <a:bodyPr wrap="square" lIns="393700" tIns="0" rIns="127000" bIns="0" anchor="ctr" anchorCtr="0">
            <a:noAutofit/>
          </a:bodyPr>
          <a:lstStyle/>
          <a:p>
            <a:r>
              <a:rPr lang="en-US" sz="2000" b="1" dirty="0">
                <a:solidFill>
                  <a:schemeClr val="bg1"/>
                </a:solidFill>
                <a:ea typeface="+mn-lt"/>
                <a:cs typeface="+mn-lt"/>
              </a:rPr>
              <a:t>SCAN Diagnosis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82ACDFF-FA77-4185-82EE-22E9B6CA1DD3}"/>
              </a:ext>
            </a:extLst>
          </p:cNvPr>
          <p:cNvSpPr txBox="1"/>
          <p:nvPr/>
        </p:nvSpPr>
        <p:spPr bwMode="auto">
          <a:xfrm>
            <a:off x="4271070" y="3335961"/>
            <a:ext cx="3657600" cy="2756864"/>
          </a:xfrm>
          <a:prstGeom prst="rect">
            <a:avLst/>
          </a:prstGeom>
          <a:solidFill>
            <a:srgbClr val="E9E9EA"/>
          </a:solidFill>
          <a:ln>
            <a:noFill/>
          </a:ln>
        </p:spPr>
        <p:txBody>
          <a:bodyPr wrap="square" lIns="182880" tIns="137160" rtlCol="0" anchor="t" anchorCtr="0">
            <a:noAutofit/>
          </a:bodyPr>
          <a:lstStyle/>
          <a:p>
            <a:pPr marL="228600" indent="-228600" defTabSz="194524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600" dirty="0"/>
              <a:t>Pattern Available </a:t>
            </a:r>
          </a:p>
          <a:p>
            <a:pPr marL="228600" indent="-228600" defTabSz="194524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600" dirty="0"/>
              <a:t>Diagnosis flow inside all prod flow</a:t>
            </a:r>
            <a:br>
              <a:rPr lang="en-US" sz="1600" dirty="0"/>
            </a:br>
            <a:r>
              <a:rPr lang="en-US" sz="1600" dirty="0"/>
              <a:t>(SCAN_DIAGNOSIS variable)</a:t>
            </a:r>
            <a:br>
              <a:rPr lang="en-US" sz="1600" dirty="0"/>
            </a:br>
            <a:br>
              <a:rPr lang="en-US" sz="1600" dirty="0"/>
            </a:br>
            <a:endParaRPr lang="en-US" sz="1600" dirty="0"/>
          </a:p>
          <a:p>
            <a:pPr marL="285750" indent="-285750" defTabSz="194524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dirty="0"/>
              <a:t>Collect all Diagnostic files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3EA2898-4994-49C2-8836-6BB7C5D0DA38}"/>
              </a:ext>
            </a:extLst>
          </p:cNvPr>
          <p:cNvSpPr txBox="1"/>
          <p:nvPr/>
        </p:nvSpPr>
        <p:spPr bwMode="auto">
          <a:xfrm>
            <a:off x="8251596" y="3334249"/>
            <a:ext cx="3657600" cy="2756864"/>
          </a:xfrm>
          <a:prstGeom prst="rect">
            <a:avLst/>
          </a:prstGeom>
          <a:solidFill>
            <a:srgbClr val="E9E9EA"/>
          </a:solidFill>
          <a:ln>
            <a:noFill/>
          </a:ln>
        </p:spPr>
        <p:txBody>
          <a:bodyPr wrap="square" lIns="182880" tIns="137160" rtlCol="0" anchor="t" anchorCtr="0">
            <a:noAutofit/>
          </a:bodyPr>
          <a:lstStyle/>
          <a:p>
            <a:pPr marL="228600" indent="-228600" defTabSz="194524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600" dirty="0"/>
              <a:t>Pattern Available </a:t>
            </a:r>
          </a:p>
          <a:p>
            <a:pPr marL="228600" indent="-228600" defTabSz="194524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600" dirty="0"/>
              <a:t>Diagnosis flow inside all prod flow</a:t>
            </a:r>
            <a:br>
              <a:rPr lang="en-US" sz="1600" dirty="0"/>
            </a:br>
            <a:r>
              <a:rPr lang="en-US" sz="1600" dirty="0"/>
              <a:t>(SCAN_DIAGNOSIS variable)</a:t>
            </a:r>
            <a:br>
              <a:rPr lang="en-US" sz="1600" dirty="0"/>
            </a:br>
            <a:endParaRPr lang="en-US" sz="1600" dirty="0"/>
          </a:p>
          <a:p>
            <a:pPr marL="228600" indent="-228600" defTabSz="194524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600" dirty="0"/>
              <a:t>Debug data log collection</a:t>
            </a:r>
          </a:p>
          <a:p>
            <a:pPr marL="285750" indent="-285750" defTabSz="194524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AADE1E3-FA9D-4902-8ED1-15F60FEF4C51}"/>
              </a:ext>
            </a:extLst>
          </p:cNvPr>
          <p:cNvGrpSpPr/>
          <p:nvPr/>
        </p:nvGrpSpPr>
        <p:grpSpPr>
          <a:xfrm>
            <a:off x="305751" y="2557009"/>
            <a:ext cx="3657600" cy="777240"/>
            <a:chOff x="305751" y="2557009"/>
            <a:chExt cx="3657600" cy="777240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4D1E459-DB0C-4A77-8BE8-55A450186139}"/>
                </a:ext>
              </a:extLst>
            </p:cNvPr>
            <p:cNvSpPr txBox="1"/>
            <p:nvPr/>
          </p:nvSpPr>
          <p:spPr bwMode="auto">
            <a:xfrm>
              <a:off x="1128711" y="2557009"/>
              <a:ext cx="2834640" cy="7772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wrap="square" lIns="182880" rtlCol="0" anchor="ctr" anchorCtr="0">
              <a:noAutofit/>
            </a:bodyPr>
            <a:lstStyle/>
            <a:p>
              <a:pPr defTabSz="1945240">
                <a:defRPr/>
              </a:pPr>
              <a:r>
                <a:rPr lang="en-US" b="1" dirty="0">
                  <a:solidFill>
                    <a:schemeClr val="accent1"/>
                  </a:solidFill>
                  <a:latin typeface="+mj-lt"/>
                </a:rPr>
                <a:t>Mosquito 512 kB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68375F9-A464-4311-8838-C3E6B9C77821}"/>
                </a:ext>
              </a:extLst>
            </p:cNvPr>
            <p:cNvSpPr txBox="1"/>
            <p:nvPr/>
          </p:nvSpPr>
          <p:spPr bwMode="auto">
            <a:xfrm>
              <a:off x="305751" y="2557009"/>
              <a:ext cx="777240" cy="7772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91440" rtlCol="0" anchor="ctr" anchorCtr="0">
              <a:noAutofit/>
            </a:bodyPr>
            <a:lstStyle/>
            <a:p>
              <a:pPr algn="ctr" defTabSz="1945240">
                <a:defRPr/>
              </a:pPr>
              <a:r>
                <a:rPr lang="en-US" sz="2400" b="1" dirty="0">
                  <a:solidFill>
                    <a:schemeClr val="bg1"/>
                  </a:solidFill>
                  <a:latin typeface="+mj-lt"/>
                </a:rPr>
                <a:t>44E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8263DC62-5C2A-4A57-8207-9D239C9D5E98}"/>
              </a:ext>
            </a:extLst>
          </p:cNvPr>
          <p:cNvGrpSpPr/>
          <p:nvPr/>
        </p:nvGrpSpPr>
        <p:grpSpPr>
          <a:xfrm>
            <a:off x="4271963" y="2557009"/>
            <a:ext cx="3657600" cy="777240"/>
            <a:chOff x="4676045" y="2557009"/>
            <a:chExt cx="3657600" cy="777240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F536D4F-1168-4A94-A578-1A68C08D8119}"/>
                </a:ext>
              </a:extLst>
            </p:cNvPr>
            <p:cNvSpPr txBox="1"/>
            <p:nvPr/>
          </p:nvSpPr>
          <p:spPr bwMode="auto">
            <a:xfrm>
              <a:off x="5499005" y="2557009"/>
              <a:ext cx="2834640" cy="7772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wrap="square" lIns="182880" rtlCol="0" anchor="ctr" anchorCtr="0">
              <a:noAutofit/>
            </a:bodyPr>
            <a:lstStyle/>
            <a:p>
              <a:pPr defTabSz="1945240">
                <a:defRPr/>
              </a:pPr>
              <a:r>
                <a:rPr lang="en-US" b="1" dirty="0">
                  <a:solidFill>
                    <a:schemeClr val="accent1"/>
                  </a:solidFill>
                  <a:latin typeface="+mj-lt"/>
                </a:rPr>
                <a:t>Mosquito 256 kB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2FC7ECA-3149-42D7-8A82-95B6DE87C30D}"/>
                </a:ext>
              </a:extLst>
            </p:cNvPr>
            <p:cNvSpPr txBox="1"/>
            <p:nvPr/>
          </p:nvSpPr>
          <p:spPr bwMode="auto">
            <a:xfrm>
              <a:off x="4676045" y="2557009"/>
              <a:ext cx="777240" cy="7772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91440" rtlCol="0" anchor="ctr" anchorCtr="0">
              <a:noAutofit/>
            </a:bodyPr>
            <a:lstStyle/>
            <a:p>
              <a:pPr algn="ctr" defTabSz="1945240">
                <a:defRPr/>
              </a:pPr>
              <a:r>
                <a:rPr lang="fr-FR" sz="2400" b="1" dirty="0">
                  <a:solidFill>
                    <a:schemeClr val="bg1"/>
                  </a:solidFill>
                  <a:latin typeface="+mj-lt"/>
                </a:rPr>
                <a:t>44F</a:t>
              </a:r>
              <a:endParaRPr lang="en-US" sz="2400" b="1" dirty="0">
                <a:solidFill>
                  <a:schemeClr val="bg1"/>
                </a:solidFill>
                <a:latin typeface="+mj-lt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5F2EF77-5BAB-4F1F-8329-7BA620E783AA}"/>
              </a:ext>
            </a:extLst>
          </p:cNvPr>
          <p:cNvGrpSpPr/>
          <p:nvPr/>
        </p:nvGrpSpPr>
        <p:grpSpPr>
          <a:xfrm>
            <a:off x="8236389" y="2557009"/>
            <a:ext cx="3657600" cy="777240"/>
            <a:chOff x="4676045" y="2557009"/>
            <a:chExt cx="3657600" cy="777240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F0E4C9D-98D3-47D8-BC22-73B18AB06F4F}"/>
                </a:ext>
              </a:extLst>
            </p:cNvPr>
            <p:cNvSpPr txBox="1"/>
            <p:nvPr/>
          </p:nvSpPr>
          <p:spPr bwMode="auto">
            <a:xfrm>
              <a:off x="5499005" y="2557009"/>
              <a:ext cx="2834640" cy="7772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wrap="square" lIns="182880" rtlCol="0" anchor="ctr" anchorCtr="0">
              <a:noAutofit/>
            </a:bodyPr>
            <a:lstStyle/>
            <a:p>
              <a:pPr defTabSz="1945240">
                <a:defRPr/>
              </a:pPr>
              <a:r>
                <a:rPr lang="en-US" b="1" dirty="0">
                  <a:solidFill>
                    <a:schemeClr val="accent1"/>
                  </a:solidFill>
                  <a:latin typeface="+mj-lt"/>
                </a:rPr>
                <a:t>Mosquito 1M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391BCB7-932B-4F78-9304-1BD0EC51A248}"/>
                </a:ext>
              </a:extLst>
            </p:cNvPr>
            <p:cNvSpPr txBox="1"/>
            <p:nvPr/>
          </p:nvSpPr>
          <p:spPr bwMode="auto">
            <a:xfrm>
              <a:off x="4676045" y="2557009"/>
              <a:ext cx="777240" cy="7772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91440" rtlCol="0" anchor="ctr" anchorCtr="0">
              <a:noAutofit/>
            </a:bodyPr>
            <a:lstStyle/>
            <a:p>
              <a:pPr algn="ctr" defTabSz="1945240">
                <a:defRPr/>
              </a:pPr>
              <a:r>
                <a:rPr lang="fr-FR" sz="2400" b="1" dirty="0">
                  <a:solidFill>
                    <a:schemeClr val="bg1"/>
                  </a:solidFill>
                  <a:latin typeface="+mj-lt"/>
                </a:rPr>
                <a:t>45A</a:t>
              </a:r>
              <a:endParaRPr lang="en-US" sz="2400" b="1" dirty="0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F2E38D-E9FD-490C-ABE0-B503D4087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42E78-4FE3-4E16-9FB9-64A349BFE3FC}" type="slidenum">
              <a:rPr lang="fr-FR" smtClean="0"/>
              <a:pPr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04852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5FAE4-5912-CED4-D347-479A287F1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86C7A64-A5E6-0E98-FDCD-85DE52193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Mosquito Family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0165EDC-49DD-AF2A-5B0A-A55CB8E13967}"/>
              </a:ext>
            </a:extLst>
          </p:cNvPr>
          <p:cNvSpPr/>
          <p:nvPr/>
        </p:nvSpPr>
        <p:spPr>
          <a:xfrm>
            <a:off x="0" y="1308100"/>
            <a:ext cx="8976360" cy="777240"/>
          </a:xfrm>
          <a:prstGeom prst="rect">
            <a:avLst/>
          </a:prstGeom>
          <a:solidFill>
            <a:schemeClr val="accent1"/>
          </a:solidFill>
        </p:spPr>
        <p:txBody>
          <a:bodyPr wrap="square" lIns="393700" tIns="0" rIns="127000" bIns="0" anchor="ctr" anchorCtr="0">
            <a:noAutofit/>
          </a:bodyPr>
          <a:lstStyle/>
          <a:p>
            <a:r>
              <a:rPr lang="en-US" sz="2000" b="1" dirty="0">
                <a:solidFill>
                  <a:schemeClr val="bg1"/>
                </a:solidFill>
                <a:ea typeface="+mn-lt"/>
                <a:cs typeface="+mn-lt"/>
              </a:rPr>
              <a:t>SCAN TSO.ai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C70BF1-A7EA-4ADB-2BE6-D8CD4A7FD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42E78-4FE3-4E16-9FB9-64A349BFE3FC}" type="slidenum">
              <a:rPr lang="fr-FR" smtClean="0"/>
              <a:pPr/>
              <a:t>10</a:t>
            </a:fld>
            <a:endParaRPr lang="fr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826443-D579-1D1E-4EC3-355B509CC3EA}"/>
              </a:ext>
            </a:extLst>
          </p:cNvPr>
          <p:cNvSpPr txBox="1"/>
          <p:nvPr/>
        </p:nvSpPr>
        <p:spPr bwMode="auto">
          <a:xfrm>
            <a:off x="300036" y="2085975"/>
            <a:ext cx="5795963" cy="3182711"/>
          </a:xfrm>
          <a:prstGeom prst="rect">
            <a:avLst/>
          </a:prstGeom>
          <a:solidFill>
            <a:srgbClr val="E9E9EA"/>
          </a:solidFill>
          <a:ln>
            <a:noFill/>
          </a:ln>
        </p:spPr>
        <p:txBody>
          <a:bodyPr wrap="square" lIns="182880" tIns="137160" rtlCol="0" anchor="t" anchorCtr="0">
            <a:noAutofit/>
          </a:bodyPr>
          <a:lstStyle/>
          <a:p>
            <a:pPr defTabSz="1945240">
              <a:spcBef>
                <a:spcPts val="600"/>
              </a:spcBef>
              <a:defRPr/>
            </a:pPr>
            <a:endParaRPr lang="en-US" sz="1600" dirty="0"/>
          </a:p>
          <a:p>
            <a:pPr marL="285750" indent="-285750" defTabSz="194524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800" dirty="0"/>
              <a:t>All patter are shared with Synopsys (Nelly Feldman)</a:t>
            </a:r>
            <a:br>
              <a:rPr lang="en-US" sz="1800" dirty="0"/>
            </a:br>
            <a:endParaRPr lang="en-US" sz="1800" dirty="0"/>
          </a:p>
          <a:p>
            <a:pPr marL="285750" indent="-285750" defTabSz="194524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dirty="0"/>
              <a:t>All .IMG file are corrupted </a:t>
            </a:r>
            <a:br>
              <a:rPr lang="en-US" dirty="0"/>
            </a:br>
            <a:r>
              <a:rPr lang="en-US" dirty="0"/>
              <a:t>DFT team are trying to solve the problem</a:t>
            </a:r>
            <a:br>
              <a:rPr lang="en-US" sz="1800" dirty="0"/>
            </a:br>
            <a:endParaRPr lang="en-US" sz="1800" dirty="0"/>
          </a:p>
          <a:p>
            <a:pPr marL="285750" indent="-285750" defTabSz="194524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dirty="0"/>
              <a:t>We are still waiting for the new images</a:t>
            </a:r>
          </a:p>
        </p:txBody>
      </p:sp>
    </p:spTree>
    <p:extLst>
      <p:ext uri="{BB962C8B-B14F-4D97-AF65-F5344CB8AC3E}">
        <p14:creationId xmlns:p14="http://schemas.microsoft.com/office/powerpoint/2010/main" val="31549736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500EB5B-4C86-981B-C814-399737E44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D8635A-43AC-9DB7-B3BF-119F412A3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Improvement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2C01494-F866-5AAF-3D74-92572A1AC0EC}"/>
              </a:ext>
            </a:extLst>
          </p:cNvPr>
          <p:cNvSpPr/>
          <p:nvPr/>
        </p:nvSpPr>
        <p:spPr>
          <a:xfrm>
            <a:off x="0" y="1308100"/>
            <a:ext cx="8976360" cy="777240"/>
          </a:xfrm>
          <a:prstGeom prst="rect">
            <a:avLst/>
          </a:prstGeom>
          <a:solidFill>
            <a:schemeClr val="accent1"/>
          </a:solidFill>
        </p:spPr>
        <p:txBody>
          <a:bodyPr wrap="square" lIns="393700" tIns="0" rIns="127000" bIns="0" anchor="ctr" anchorCtr="0">
            <a:noAutofit/>
          </a:bodyPr>
          <a:lstStyle/>
          <a:p>
            <a:r>
              <a:rPr lang="en-US" sz="2000" b="1" dirty="0">
                <a:solidFill>
                  <a:schemeClr val="bg1"/>
                </a:solidFill>
                <a:ea typeface="+mn-lt"/>
                <a:cs typeface="+mn-lt"/>
              </a:rPr>
              <a:t>SCAN Diagnosis Test class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13D7A3-4F1D-63F0-EA2C-84522F774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42E78-4FE3-4E16-9FB9-64A349BFE3FC}" type="slidenum">
              <a:rPr lang="fr-FR" smtClean="0"/>
              <a:pPr/>
              <a:t>11</a:t>
            </a:fld>
            <a:endParaRPr lang="fr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6BA185-047C-F6E8-9D9F-12FC15D05E94}"/>
              </a:ext>
            </a:extLst>
          </p:cNvPr>
          <p:cNvSpPr txBox="1"/>
          <p:nvPr/>
        </p:nvSpPr>
        <p:spPr bwMode="auto">
          <a:xfrm>
            <a:off x="300038" y="2085975"/>
            <a:ext cx="5795962" cy="2989299"/>
          </a:xfrm>
          <a:prstGeom prst="rect">
            <a:avLst/>
          </a:prstGeom>
          <a:solidFill>
            <a:srgbClr val="E9E9EA"/>
          </a:solidFill>
          <a:ln>
            <a:noFill/>
          </a:ln>
        </p:spPr>
        <p:txBody>
          <a:bodyPr wrap="square" lIns="182880" tIns="137160" rtlCol="0" anchor="t" anchorCtr="0">
            <a:noAutofit/>
          </a:bodyPr>
          <a:lstStyle/>
          <a:p>
            <a:pPr marL="285750" indent="-285750" defTabSz="194524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dirty="0"/>
              <a:t>Missing Parameter </a:t>
            </a:r>
          </a:p>
          <a:p>
            <a:pPr defTabSz="1945240">
              <a:spcBef>
                <a:spcPts val="600"/>
              </a:spcBef>
              <a:defRPr/>
            </a:pPr>
            <a:r>
              <a:rPr lang="en-US" sz="1200" dirty="0"/>
              <a:t>PART_TYP = …</a:t>
            </a:r>
          </a:p>
          <a:p>
            <a:pPr defTabSz="1945240">
              <a:spcBef>
                <a:spcPts val="600"/>
              </a:spcBef>
              <a:defRPr/>
            </a:pPr>
            <a:r>
              <a:rPr lang="en-US" sz="1200" dirty="0"/>
              <a:t>JOB_NAM = …</a:t>
            </a:r>
          </a:p>
          <a:p>
            <a:pPr defTabSz="1945240">
              <a:spcBef>
                <a:spcPts val="600"/>
              </a:spcBef>
              <a:defRPr/>
            </a:pPr>
            <a:r>
              <a:rPr lang="en-US" sz="1200" dirty="0"/>
              <a:t>JOB_REV = …</a:t>
            </a:r>
          </a:p>
          <a:p>
            <a:pPr marL="285750" indent="-285750" defTabSz="194524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marL="285750" indent="-285750" defTabSz="194524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dirty="0"/>
              <a:t>TD INDEX execution dependent</a:t>
            </a:r>
          </a:p>
          <a:p>
            <a:pPr defTabSz="1945240">
              <a:spcBef>
                <a:spcPts val="600"/>
              </a:spcBef>
              <a:defRPr/>
            </a:pPr>
            <a:r>
              <a:rPr lang="en-US" sz="1100" dirty="0"/>
              <a:t>TD = VDDcore|VDDIO|VDDcore2|VDDIO|SHIFTf|CAPTUREf|TESTNUMBER|SETPATT</a:t>
            </a:r>
          </a:p>
          <a:p>
            <a:pPr defTabSz="1945240">
              <a:spcBef>
                <a:spcPts val="600"/>
              </a:spcBef>
              <a:defRPr/>
            </a:pPr>
            <a:r>
              <a:rPr lang="en-US" sz="1100" dirty="0"/>
              <a:t>ID_0 = 1.21|3.3|N/A|N/A|10|16|84000|YT_VOS0_TF_scan_tm</a:t>
            </a:r>
          </a:p>
          <a:p>
            <a:pPr defTabSz="1945240">
              <a:spcBef>
                <a:spcPts val="600"/>
              </a:spcBef>
              <a:defRPr/>
            </a:pPr>
            <a:r>
              <a:rPr lang="en-US" sz="1100" dirty="0"/>
              <a:t>ID_1 = 1.15|3.3|N/A|N/A|10|13|86000|YT_VOS3_TF_scan_tm</a:t>
            </a:r>
            <a:br>
              <a:rPr lang="en-US" sz="1100" dirty="0"/>
            </a:br>
            <a:br>
              <a:rPr lang="en-US" sz="1100" dirty="0"/>
            </a:br>
            <a:endParaRPr lang="en-US" sz="11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1AFF7B-18FA-7D44-9E4D-3130BA68E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5279" y="2167080"/>
            <a:ext cx="6880484" cy="165086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BD37311-A4AD-1BE5-6FF5-237A5E47732B}"/>
              </a:ext>
            </a:extLst>
          </p:cNvPr>
          <p:cNvSpPr txBox="1"/>
          <p:nvPr/>
        </p:nvSpPr>
        <p:spPr bwMode="auto">
          <a:xfrm>
            <a:off x="7011639" y="4026534"/>
            <a:ext cx="3657600" cy="7772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lIns="182880" rtlCol="0" anchor="ctr" anchorCtr="0">
            <a:noAutofit/>
          </a:bodyPr>
          <a:lstStyle/>
          <a:p>
            <a:pPr defTabSz="1945240">
              <a:defRPr/>
            </a:pPr>
            <a:r>
              <a:rPr lang="en-US" b="1" dirty="0">
                <a:solidFill>
                  <a:schemeClr val="accent1"/>
                </a:solidFill>
                <a:latin typeface="+mj-lt"/>
              </a:rPr>
              <a:t>Improvements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A6655F-A72D-7720-CB2A-B6C3A8D3D1B3}"/>
              </a:ext>
            </a:extLst>
          </p:cNvPr>
          <p:cNvSpPr txBox="1"/>
          <p:nvPr/>
        </p:nvSpPr>
        <p:spPr bwMode="auto">
          <a:xfrm>
            <a:off x="7011639" y="4803774"/>
            <a:ext cx="3657600" cy="1492251"/>
          </a:xfrm>
          <a:prstGeom prst="rect">
            <a:avLst/>
          </a:prstGeom>
          <a:solidFill>
            <a:srgbClr val="E9E9EA"/>
          </a:solidFill>
          <a:ln>
            <a:noFill/>
          </a:ln>
        </p:spPr>
        <p:txBody>
          <a:bodyPr wrap="square" lIns="182880" tIns="137160" rtlCol="0" anchor="t" anchorCtr="0">
            <a:noAutofit/>
          </a:bodyPr>
          <a:lstStyle/>
          <a:p>
            <a:pPr marL="228600" indent="-228600" defTabSz="194524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dirty="0"/>
              <a:t>Add parameter in Test class like LOT-WAFER</a:t>
            </a:r>
          </a:p>
          <a:p>
            <a:pPr marL="228600" indent="-228600" defTabSz="194524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dirty="0"/>
              <a:t>Write TD at first execution, not only at first fail execution</a:t>
            </a:r>
          </a:p>
        </p:txBody>
      </p:sp>
    </p:spTree>
    <p:extLst>
      <p:ext uri="{BB962C8B-B14F-4D97-AF65-F5344CB8AC3E}">
        <p14:creationId xmlns:p14="http://schemas.microsoft.com/office/powerpoint/2010/main" val="806047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EF3D03A-A9C6-23ED-D421-D8DBD91504B1}"/>
              </a:ext>
            </a:extLst>
          </p:cNvPr>
          <p:cNvGrpSpPr/>
          <p:nvPr/>
        </p:nvGrpSpPr>
        <p:grpSpPr>
          <a:xfrm>
            <a:off x="2771951" y="4347316"/>
            <a:ext cx="6420472" cy="952500"/>
            <a:chOff x="2414184" y="4286537"/>
            <a:chExt cx="6420472" cy="95250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B9E9B98-996A-C191-F84C-7450EBE0923D}"/>
                </a:ext>
              </a:extLst>
            </p:cNvPr>
            <p:cNvSpPr txBox="1"/>
            <p:nvPr/>
          </p:nvSpPr>
          <p:spPr>
            <a:xfrm>
              <a:off x="3366684" y="4470400"/>
              <a:ext cx="546797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</a:rPr>
                <a:t>Find out more at </a:t>
              </a:r>
              <a:r>
                <a:rPr lang="en-US" sz="3200" dirty="0">
                  <a:solidFill>
                    <a:schemeClr val="accent3"/>
                  </a:solidFill>
                  <a:hlinkClick r:id="rId2"/>
                </a:rPr>
                <a:t>www.st.com</a:t>
              </a:r>
              <a:endParaRPr lang="en-US" sz="3200" dirty="0">
                <a:solidFill>
                  <a:schemeClr val="accent3"/>
                </a:solidFill>
              </a:endParaRPr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C88344D3-877E-1588-F71C-5C1F9E8B0C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414184" y="4286537"/>
              <a:ext cx="952500" cy="952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752377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BF0139B-0BEB-449C-B1F7-80D4F54F3FC1}"/>
              </a:ext>
            </a:extLst>
          </p:cNvPr>
          <p:cNvGrpSpPr/>
          <p:nvPr/>
        </p:nvGrpSpPr>
        <p:grpSpPr>
          <a:xfrm>
            <a:off x="4688541" y="0"/>
            <a:ext cx="7503459" cy="6858000"/>
            <a:chOff x="4688541" y="0"/>
            <a:chExt cx="7503459" cy="6858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975067-3004-4E25-8B69-CACB0B1963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88541" y="0"/>
              <a:ext cx="7503459" cy="6858000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C8AF24E-0C24-4EB7-8B46-271260356B65}"/>
                </a:ext>
              </a:extLst>
            </p:cNvPr>
            <p:cNvSpPr/>
            <p:nvPr/>
          </p:nvSpPr>
          <p:spPr>
            <a:xfrm>
              <a:off x="11640457" y="0"/>
              <a:ext cx="551543" cy="685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B759B23-2AC6-4702-845A-24B397B67FAF}"/>
              </a:ext>
            </a:extLst>
          </p:cNvPr>
          <p:cNvSpPr txBox="1"/>
          <p:nvPr/>
        </p:nvSpPr>
        <p:spPr>
          <a:xfrm>
            <a:off x="188686" y="2513364"/>
            <a:ext cx="4325257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dirty="0"/>
              <a:t>For further support in creating a PowerPoint presentation, including graphic assets, formatting tools and additional information on the ST brand</a:t>
            </a:r>
          </a:p>
          <a:p>
            <a:pPr algn="ctr">
              <a:spcBef>
                <a:spcPts val="600"/>
              </a:spcBef>
            </a:pPr>
            <a:r>
              <a:rPr lang="en-US" b="1" dirty="0"/>
              <a:t>you can visit the ST Brand Portal</a:t>
            </a:r>
            <a:br>
              <a:rPr lang="en-US" dirty="0"/>
            </a:br>
            <a:r>
              <a:rPr lang="en-US" dirty="0">
                <a:hlinkClick r:id="rId4"/>
              </a:rPr>
              <a:t>https://brandportal.st.com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923148"/>
      </p:ext>
    </p:extLst>
  </p:cSld>
  <p:clrMapOvr>
    <a:masterClrMapping/>
  </p:clrMapOvr>
</p:sld>
</file>

<file path=ppt/theme/theme1.xml><?xml version="1.0" encoding="utf-8"?>
<a:theme xmlns:a="http://schemas.openxmlformats.org/drawingml/2006/main" name="ST PowerPoint Template 16x9">
  <a:themeElements>
    <a:clrScheme name="ST2024">
      <a:dk1>
        <a:srgbClr val="03234B"/>
      </a:dk1>
      <a:lt1>
        <a:srgbClr val="FFFFFF"/>
      </a:lt1>
      <a:dk2>
        <a:srgbClr val="525A63"/>
      </a:dk2>
      <a:lt2>
        <a:srgbClr val="EEEFF1"/>
      </a:lt2>
      <a:accent1>
        <a:srgbClr val="03234B"/>
      </a:accent1>
      <a:accent2>
        <a:srgbClr val="E6007E"/>
      </a:accent2>
      <a:accent3>
        <a:srgbClr val="3CB4E6"/>
      </a:accent3>
      <a:accent4>
        <a:srgbClr val="FFD200"/>
      </a:accent4>
      <a:accent5>
        <a:srgbClr val="49B170"/>
      </a:accent5>
      <a:accent6>
        <a:srgbClr val="04572F"/>
      </a:accent6>
      <a:hlink>
        <a:srgbClr val="3CB4E6"/>
      </a:hlink>
      <a:folHlink>
        <a:srgbClr val="8191A5"/>
      </a:folHlink>
    </a:clrScheme>
    <a:fontScheme name="ST BRAND 2019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buClr>
            <a:schemeClr val="bg1"/>
          </a:buClr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2225">
          <a:headEnd type="none"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_Template [16-9].potx" id="{1D6C4797-0390-488F-934B-6361D727849A}" vid="{E0CC9EDB-CDC5-4C80-AA9A-B10AD2A9AA13}"/>
    </a:ext>
  </a:extLst>
</a:theme>
</file>

<file path=ppt/theme/theme2.xml><?xml version="1.0" encoding="utf-8"?>
<a:theme xmlns:a="http://schemas.openxmlformats.org/drawingml/2006/main" name="ST PowerPoint Template 16x9">
  <a:themeElements>
    <a:clrScheme name="STMicroelectronics 2021">
      <a:dk1>
        <a:srgbClr val="03234B"/>
      </a:dk1>
      <a:lt1>
        <a:srgbClr val="FFFFFF"/>
      </a:lt1>
      <a:dk2>
        <a:srgbClr val="464650"/>
      </a:dk2>
      <a:lt2>
        <a:srgbClr val="E8E8E9"/>
      </a:lt2>
      <a:accent1>
        <a:srgbClr val="03234B"/>
      </a:accent1>
      <a:accent2>
        <a:srgbClr val="E6007E"/>
      </a:accent2>
      <a:accent3>
        <a:srgbClr val="3CB4E6"/>
      </a:accent3>
      <a:accent4>
        <a:srgbClr val="FFD200"/>
      </a:accent4>
      <a:accent5>
        <a:srgbClr val="49B170"/>
      </a:accent5>
      <a:accent6>
        <a:srgbClr val="8C0078"/>
      </a:accent6>
      <a:hlink>
        <a:srgbClr val="3CB4E6"/>
      </a:hlink>
      <a:folHlink>
        <a:srgbClr val="3CB4E6"/>
      </a:folHlink>
    </a:clrScheme>
    <a:fontScheme name="ST BRAND 2019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buClr>
            <a:schemeClr val="bg1"/>
          </a:buClr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2225">
          <a:headEnd type="none"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_Template_[16-9].potx" id="{CD5ACC94-6E44-41CD-AD84-5EC23CEA07C9}" vid="{AE223C04-3F7D-4337-AA9C-E9D20F57FFE9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DFD544BA36EAB4190BACC9977E961B6" ma:contentTypeVersion="16" ma:contentTypeDescription="Create a new document." ma:contentTypeScope="" ma:versionID="abf76bf44d190e39dc8658abdac5570d">
  <xsd:schema xmlns:xsd="http://www.w3.org/2001/XMLSchema" xmlns:xs="http://www.w3.org/2001/XMLSchema" xmlns:p="http://schemas.microsoft.com/office/2006/metadata/properties" xmlns:ns2="46bd5e7f-87ae-4750-add7-80562d348b56" xmlns:ns3="7147305f-3ce5-4eb3-bdcb-e49f1f204c56" xmlns:ns4="e4e8b862-15e6-4e43-a653-c595c72fe1ca" targetNamespace="http://schemas.microsoft.com/office/2006/metadata/properties" ma:root="true" ma:fieldsID="a3aab8296777f669f7d796388b85d0cf" ns2:_="" ns3:_="" ns4:_="">
    <xsd:import namespace="46bd5e7f-87ae-4750-add7-80562d348b56"/>
    <xsd:import namespace="7147305f-3ce5-4eb3-bdcb-e49f1f204c56"/>
    <xsd:import namespace="e4e8b862-15e6-4e43-a653-c595c72fe1c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4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ObjectDetectorVersions" minOccurs="0"/>
                <xsd:element ref="ns2:MediaServiceDateTaken" minOccurs="0"/>
                <xsd:element ref="ns2:MediaServiceSearchPropertie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bd5e7f-87ae-4750-add7-80562d348b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115f0e51-4dc2-4521-a620-e03b1e9ce12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21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47305f-3ce5-4eb3-bdcb-e49f1f204c5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e8b862-15e6-4e43-a653-c595c72fe1ca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d0c3ddcc-52fc-4a5e-8f00-d82df8553fcf}" ma:internalName="TaxCatchAll" ma:showField="CatchAllData" ma:web="7147305f-3ce5-4eb3-bdcb-e49f1f204c5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4e8b862-15e6-4e43-a653-c595c72fe1ca" xsi:nil="true"/>
    <lcf76f155ced4ddcb4097134ff3c332f xmlns="46bd5e7f-87ae-4750-add7-80562d348b5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6EBB4DA-E043-4B46-9198-AB0A50153BA4}"/>
</file>

<file path=customXml/itemProps2.xml><?xml version="1.0" encoding="utf-8"?>
<ds:datastoreItem xmlns:ds="http://schemas.openxmlformats.org/officeDocument/2006/customXml" ds:itemID="{884001ED-5BBE-4A3E-AB49-ABF3AA978426}"/>
</file>

<file path=customXml/itemProps3.xml><?xml version="1.0" encoding="utf-8"?>
<ds:datastoreItem xmlns:ds="http://schemas.openxmlformats.org/officeDocument/2006/customXml" ds:itemID="{F428AB31-6C6B-4B6F-BC81-DA968B8912DB}"/>
</file>

<file path=docMetadata/LabelInfo.xml><?xml version="1.0" encoding="utf-8"?>
<clbl:labelList xmlns:clbl="http://schemas.microsoft.com/office/2020/mipLabelMetadata">
  <clbl:label id="{23add6c0-cfdb-4bb9-b90f-bf23b83aa6c0}" enabled="1" method="Privileged" siteId="{75e027c9-20d5-47d5-b82f-77d7cd041e8f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525</TotalTime>
  <Words>1230</Words>
  <Application>Microsoft Office PowerPoint</Application>
  <PresentationFormat>Widescreen</PresentationFormat>
  <Paragraphs>112</Paragraphs>
  <Slides>13</Slides>
  <Notes>12</Notes>
  <HiddenSlides>2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ST PowerPoint Template 16x9</vt:lpstr>
      <vt:lpstr>ST PowerPoint Template 16x9</vt:lpstr>
      <vt:lpstr>Automatic  Report  Tool  .stdf</vt:lpstr>
      <vt:lpstr>Automatic  Report  Tool  .stdf</vt:lpstr>
      <vt:lpstr>What's new?</vt:lpstr>
      <vt:lpstr>What's new?</vt:lpstr>
      <vt:lpstr>What's new?</vt:lpstr>
      <vt:lpstr>What's new?</vt:lpstr>
      <vt:lpstr>What's new?</vt:lpstr>
      <vt:lpstr>Diagnosis Status</vt:lpstr>
      <vt:lpstr>Mosquito Family</vt:lpstr>
      <vt:lpstr>Mosquito Family</vt:lpstr>
      <vt:lpstr>Improvement</vt:lpstr>
      <vt:lpstr>PowerPoint Presentation</vt:lpstr>
      <vt:lpstr>PowerPoint Presentation</vt:lpstr>
    </vt:vector>
  </TitlesOfParts>
  <Manager/>
  <Company>STMicroelectronics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Matteo TERRANOVA</dc:creator>
  <cp:keywords/>
  <cp:lastModifiedBy>Matteo TERRANOVA</cp:lastModifiedBy>
  <cp:revision>2</cp:revision>
  <dcterms:created xsi:type="dcterms:W3CDTF">2025-06-18T05:54:02Z</dcterms:created>
  <dcterms:modified xsi:type="dcterms:W3CDTF">2025-06-26T07:30:08Z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ST PowerPoint Template 16x9:10</vt:lpwstr>
  </property>
  <property fmtid="{D5CDD505-2E9C-101B-9397-08002B2CF9AE}" pid="3" name="ClassificationContentMarkingFooterText">
    <vt:lpwstr>ST Restricted</vt:lpwstr>
  </property>
  <property fmtid="{D5CDD505-2E9C-101B-9397-08002B2CF9AE}" pid="4" name="ContentTypeId">
    <vt:lpwstr>0x0101005DFD544BA36EAB4190BACC9977E961B6</vt:lpwstr>
  </property>
  <property fmtid="{D5CDD505-2E9C-101B-9397-08002B2CF9AE}" pid="5" name="MediaServiceImageTags">
    <vt:lpwstr/>
  </property>
</Properties>
</file>